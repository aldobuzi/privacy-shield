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58" r:id="rId4"/>
  </p:sldMasterIdLst>
  <p:notesMasterIdLst>
    <p:notesMasterId r:id="rId15"/>
  </p:notesMasterIdLst>
  <p:handoutMasterIdLst>
    <p:handoutMasterId r:id="rId16"/>
  </p:handoutMasterIdLst>
  <p:sldIdLst>
    <p:sldId id="410" r:id="rId5"/>
    <p:sldId id="383" r:id="rId6"/>
    <p:sldId id="391" r:id="rId7"/>
    <p:sldId id="408" r:id="rId8"/>
    <p:sldId id="411" r:id="rId9"/>
    <p:sldId id="412" r:id="rId10"/>
    <p:sldId id="414" r:id="rId11"/>
    <p:sldId id="415" r:id="rId12"/>
    <p:sldId id="406" r:id="rId13"/>
    <p:sldId id="398" r:id="rId14"/>
  </p:sldIdLst>
  <p:sldSz cx="12192000" cy="6858000"/>
  <p:notesSz cx="6858000" cy="9144000"/>
  <p:defaultTextStyle>
    <a:defPPr rtl="0">
      <a:defRPr lang="it-IT"/>
    </a:defPPr>
    <a:lvl1pPr marL="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Autore" initials="A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8A107856-5554-42FB-B03E-39F5DBC370B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2" autoAdjust="0"/>
    <p:restoredTop sz="96327" autoAdjust="0"/>
  </p:normalViewPr>
  <p:slideViewPr>
    <p:cSldViewPr snapToGrid="0">
      <p:cViewPr varScale="1">
        <p:scale>
          <a:sx n="90" d="100"/>
          <a:sy n="90" d="100"/>
        </p:scale>
        <p:origin x="84" y="18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howGuides="1">
      <p:cViewPr varScale="1">
        <p:scale>
          <a:sx n="82" d="100"/>
          <a:sy n="82" d="100"/>
        </p:scale>
        <p:origin x="3954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commentAuthors" Target="commentAuthors.xml"/><Relationship Id="rId2" Type="http://schemas.openxmlformats.org/officeDocument/2006/relationships/customXml" Target="../customXml/item2.xml"/><Relationship Id="rId16" Type="http://schemas.openxmlformats.org/officeDocument/2006/relationships/handoutMaster" Target="handoutMasters/handoutMaster1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8/10/relationships/authors" Target="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data 2">
            <a:extLst>
              <a:ext uri="{FF2B5EF4-FFF2-40B4-BE49-F238E27FC236}">
                <a16:creationId xmlns:a16="http://schemas.microsoft.com/office/drawing/2014/main" id="{08F6756E-81DA-9FAC-70D8-556F658BDDA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it-IT" sz="1200"/>
            </a:lvl1pPr>
          </a:lstStyle>
          <a:p>
            <a:pPr rtl="0"/>
            <a:fld id="{F43FFF67-0A66-4BA5-8D01-D7436A93C5DC}" type="datetime1">
              <a:rPr lang="it-IT" smtClean="0"/>
              <a:t>23/04/2026</a:t>
            </a:fld>
            <a:endParaRPr lang="it-IT" dirty="0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771D415-D05A-7067-CCD3-457153D96CD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it-IT" sz="1200"/>
            </a:lvl1pPr>
          </a:lstStyle>
          <a:p>
            <a:pPr rtl="0"/>
            <a:fld id="{E2C230DF-5933-439D-898F-38E9AC9BA688}" type="slidenum">
              <a:rPr lang="it-IT" smtClean="0"/>
              <a:t>‹N›</a:t>
            </a:fld>
            <a:endParaRPr lang="it-IT" dirty="0"/>
          </a:p>
        </p:txBody>
      </p:sp>
      <p:sp>
        <p:nvSpPr>
          <p:cNvPr id="7" name="Segnaposto piè di pagina 6">
            <a:extLst>
              <a:ext uri="{FF2B5EF4-FFF2-40B4-BE49-F238E27FC236}">
                <a16:creationId xmlns:a16="http://schemas.microsoft.com/office/drawing/2014/main" id="{B97095E3-54D2-CFD2-4F49-7536FC8641D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it-IT" sz="1200"/>
            </a:lvl1pPr>
          </a:lstStyle>
          <a:p>
            <a:pPr rtl="0"/>
            <a:endParaRPr lang="it-IT" dirty="0"/>
          </a:p>
        </p:txBody>
      </p:sp>
      <p:sp>
        <p:nvSpPr>
          <p:cNvPr id="8" name="Segnaposto intestazione 7">
            <a:extLst>
              <a:ext uri="{FF2B5EF4-FFF2-40B4-BE49-F238E27FC236}">
                <a16:creationId xmlns:a16="http://schemas.microsoft.com/office/drawing/2014/main" id="{521EE01A-C0B5-5ECF-96DD-768F86AA15C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it-IT" sz="1200"/>
            </a:lvl1pPr>
          </a:lstStyle>
          <a:p>
            <a:pPr rtl="0"/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65322844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it-IT" sz="1200"/>
            </a:lvl1pPr>
          </a:lstStyle>
          <a:p>
            <a:pPr rtl="0"/>
            <a:endParaRPr lang="it-IT" dirty="0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it-IT" sz="1200"/>
            </a:lvl1pPr>
          </a:lstStyle>
          <a:p>
            <a:fld id="{CCC7B77D-D2C2-452D-80DB-AB1E949B0C69}" type="datetime1">
              <a:rPr lang="it-IT" smtClean="0"/>
              <a:pPr/>
              <a:t>23/04/2026</a:t>
            </a:fld>
            <a:endParaRPr lang="it-IT" dirty="0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defPPr>
              <a:defRPr lang="it-IT"/>
            </a:defPPr>
          </a:lstStyle>
          <a:p>
            <a:pPr lvl="0" rtl="0"/>
            <a:r>
              <a:rPr lang="it-IT"/>
              <a:t>Fare clic per modificare lo stile del titolo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it-IT" sz="1200"/>
            </a:lvl1pPr>
          </a:lstStyle>
          <a:p>
            <a:pPr rtl="0"/>
            <a:endParaRPr lang="it-IT" dirty="0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it-IT" sz="1200"/>
            </a:lvl1pPr>
          </a:lstStyle>
          <a:p>
            <a:pPr rtl="0"/>
            <a:fld id="{A89C7E07-3C67-C64C-8DA0-0404F6303970}" type="slidenum">
              <a:rPr lang="it-IT" smtClean="0"/>
              <a:t>‹N›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0325283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A89C7E07-3C67-C64C-8DA0-0404F6303970}" type="slidenum">
              <a:rPr lang="it-IT" smtClean="0"/>
              <a:t>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0924538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A89C7E07-3C67-C64C-8DA0-0404F6303970}" type="slidenum">
              <a:rPr lang="it-IT" smtClean="0"/>
              <a:t>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1134168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A89C7E07-3C67-C64C-8DA0-0404F6303970}" type="slidenum">
              <a:rPr lang="it-IT" smtClean="0"/>
              <a:t>3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9082765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A89C7E07-3C67-C64C-8DA0-0404F6303970}" type="slidenum">
              <a:rPr lang="it-IT" smtClean="0"/>
              <a:t>4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38618372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CF6AFD-B132-A2FA-E843-629880BBFA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2AE7E4D4-BAB6-0715-D29D-B551AB2DD1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2DCA24D8-0A0B-28FE-BE29-F0A13351D2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F21F1CF7-F2C8-490A-149F-070FC7B2BE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A89C7E07-3C67-C64C-8DA0-0404F6303970}" type="slidenum">
              <a:rPr lang="it-IT" smtClean="0"/>
              <a:t>5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92919758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21A584-654B-4A83-1B4F-A67A4C591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AA850B5B-20ED-AD45-9321-D5215D134E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99F176E8-238C-6FA0-F4A3-45ED31461D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B953C5D1-C00E-2F28-6771-B5CE9ABEE3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A89C7E07-3C67-C64C-8DA0-0404F6303970}" type="slidenum">
              <a:rPr lang="it-IT" smtClean="0"/>
              <a:t>6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6826696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2381D5-A8F5-A5EA-85A2-FCADFDAE2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E41A9DA3-8747-327E-2D58-BEC55F6700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82F1AAB1-3E45-0791-398C-74E78ABAD1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09FACAA-75D4-B403-9520-3AB41E4FA8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A89C7E07-3C67-C64C-8DA0-0404F6303970}" type="slidenum">
              <a:rPr lang="it-IT" smtClean="0"/>
              <a:t>7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35089340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C28AB-4B01-93B8-F6B5-DB4E9EFAE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29E1F32F-CA02-CE6B-7A78-C0072896C2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B69502F6-CA72-23FF-58B6-5C4ED2D621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23E1AA8-46C9-476D-CC2B-0A75E32C3C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A89C7E07-3C67-C64C-8DA0-0404F6303970}" type="slidenum">
              <a:rPr lang="it-IT" smtClean="0"/>
              <a:t>8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65756900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A89C7E07-3C67-C64C-8DA0-0404F6303970}" type="slidenum">
              <a:rPr lang="it-IT" smtClean="0"/>
              <a:t>9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99475938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A89C7E07-3C67-C64C-8DA0-0404F6303970}" type="slidenum">
              <a:rPr lang="it-IT" smtClean="0"/>
              <a:t>10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7659231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09904" y="411479"/>
            <a:ext cx="5486400" cy="3291840"/>
          </a:xfrm>
          <a:prstGeom prst="rect">
            <a:avLst/>
          </a:prstGeom>
        </p:spPr>
        <p:txBody>
          <a:bodyPr lIns="0" tIns="0" rIns="0" bIns="0" rtlCol="0" anchor="b">
            <a:noAutofit/>
          </a:bodyPr>
          <a:lstStyle>
            <a:lvl1pPr algn="l">
              <a:lnSpc>
                <a:spcPct val="80000"/>
              </a:lnSpc>
              <a:defRPr lang="it-IT" sz="6000" b="1" i="0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it-IT"/>
              <a:t>Fare clic per inserire il titolo </a:t>
            </a:r>
          </a:p>
        </p:txBody>
      </p:sp>
      <p:grpSp>
        <p:nvGrpSpPr>
          <p:cNvPr id="9" name="Gruppo 8">
            <a:extLst>
              <a:ext uri="{FF2B5EF4-FFF2-40B4-BE49-F238E27FC236}">
                <a16:creationId xmlns:a16="http://schemas.microsoft.com/office/drawing/2014/main" id="{C26C18C3-ED25-DD4B-BA72-24932D54D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1" y="758752"/>
            <a:ext cx="6099248" cy="6099248"/>
            <a:chOff x="0" y="12289"/>
            <a:chExt cx="3550" cy="3551"/>
          </a:xfrm>
        </p:grpSpPr>
        <p:sp>
          <p:nvSpPr>
            <p:cNvPr id="10" name="Figura a mano libera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11" name="Figura a mano libera 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12" name="Figura a mano libera 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</p:grpSp>
      <p:cxnSp>
        <p:nvCxnSpPr>
          <p:cNvPr id="13" name="Connettore diritto 12">
            <a:extLst>
              <a:ext uri="{FF2B5EF4-FFF2-40B4-BE49-F238E27FC236}">
                <a16:creationId xmlns:a16="http://schemas.microsoft.com/office/drawing/2014/main" id="{A69706A2-3726-FE4E-B923-E75D48597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09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13275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uppo 5">
            <a:extLst>
              <a:ext uri="{FF2B5EF4-FFF2-40B4-BE49-F238E27FC236}">
                <a16:creationId xmlns:a16="http://schemas.microsoft.com/office/drawing/2014/main" id="{806C6F65-35CD-D64B-992A-0C1C1E0038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362700" y="0"/>
            <a:ext cx="5829298" cy="3235602"/>
            <a:chOff x="5612972" y="1"/>
            <a:chExt cx="6615961" cy="3672246"/>
          </a:xfrm>
        </p:grpSpPr>
        <p:sp>
          <p:nvSpPr>
            <p:cNvPr id="7" name="Forma 24">
              <a:extLst>
                <a:ext uri="{FF2B5EF4-FFF2-40B4-BE49-F238E27FC236}">
                  <a16:creationId xmlns:a16="http://schemas.microsoft.com/office/drawing/2014/main" id="{CFD467E2-FF13-7E4F-BEF9-EA1A17665B2D}"/>
                </a:ext>
              </a:extLst>
            </p:cNvPr>
            <p:cNvSpPr>
              <a:spLocks/>
            </p:cNvSpPr>
            <p:nvPr/>
          </p:nvSpPr>
          <p:spPr bwMode="auto">
            <a:xfrm>
              <a:off x="5612972" y="1"/>
              <a:ext cx="4408998" cy="3672246"/>
            </a:xfrm>
            <a:custGeom>
              <a:avLst/>
              <a:gdLst>
                <a:gd name="T0" fmla="+- 0 8372 6586"/>
                <a:gd name="T1" fmla="*/ T0 w 3578"/>
                <a:gd name="T2" fmla="*/ 591 h 2980"/>
                <a:gd name="T3" fmla="+- 0 7780 6586"/>
                <a:gd name="T4" fmla="*/ T3 w 3578"/>
                <a:gd name="T5" fmla="*/ 0 h 2980"/>
                <a:gd name="T6" fmla="+- 0 6586 6586"/>
                <a:gd name="T7" fmla="*/ T6 w 3578"/>
                <a:gd name="T8" fmla="*/ 0 h 2980"/>
                <a:gd name="T9" fmla="+- 0 7774 6586"/>
                <a:gd name="T10" fmla="*/ T9 w 3578"/>
                <a:gd name="T11" fmla="*/ 1188 h 2980"/>
                <a:gd name="T12" fmla="+- 0 8372 6586"/>
                <a:gd name="T13" fmla="*/ T12 w 3578"/>
                <a:gd name="T14" fmla="*/ 591 h 2980"/>
                <a:gd name="T15" fmla="+- 0 10163 6586"/>
                <a:gd name="T16" fmla="*/ T15 w 3578"/>
                <a:gd name="T17" fmla="*/ 2383 h 2980"/>
                <a:gd name="T18" fmla="+- 0 9566 6586"/>
                <a:gd name="T19" fmla="*/ T18 w 3578"/>
                <a:gd name="T20" fmla="*/ 1786 h 2980"/>
                <a:gd name="T21" fmla="+- 0 8969 6586"/>
                <a:gd name="T22" fmla="*/ T21 w 3578"/>
                <a:gd name="T23" fmla="*/ 2383 h 2980"/>
                <a:gd name="T24" fmla="+- 0 9566 6586"/>
                <a:gd name="T25" fmla="*/ T24 w 3578"/>
                <a:gd name="T26" fmla="*/ 2980 h 2980"/>
                <a:gd name="T27" fmla="+- 0 10163 6586"/>
                <a:gd name="T28" fmla="*/ T27 w 3578"/>
                <a:gd name="T29" fmla="*/ 2383 h 2980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  <a:cxn ang="0">
                  <a:pos x="T13" y="T14"/>
                </a:cxn>
                <a:cxn ang="0">
                  <a:pos x="T16" y="T17"/>
                </a:cxn>
                <a:cxn ang="0">
                  <a:pos x="T19" y="T20"/>
                </a:cxn>
                <a:cxn ang="0">
                  <a:pos x="T22" y="T23"/>
                </a:cxn>
                <a:cxn ang="0">
                  <a:pos x="T25" y="T26"/>
                </a:cxn>
                <a:cxn ang="0">
                  <a:pos x="T28" y="T29"/>
                </a:cxn>
              </a:cxnLst>
              <a:rect l="0" t="0" r="r" b="b"/>
              <a:pathLst>
                <a:path w="3578" h="2980">
                  <a:moveTo>
                    <a:pt x="1786" y="591"/>
                  </a:moveTo>
                  <a:lnTo>
                    <a:pt x="1194" y="0"/>
                  </a:lnTo>
                  <a:lnTo>
                    <a:pt x="0" y="0"/>
                  </a:lnTo>
                  <a:lnTo>
                    <a:pt x="1188" y="1188"/>
                  </a:lnTo>
                  <a:lnTo>
                    <a:pt x="1786" y="591"/>
                  </a:lnTo>
                  <a:moveTo>
                    <a:pt x="3577" y="2383"/>
                  </a:moveTo>
                  <a:lnTo>
                    <a:pt x="2980" y="1786"/>
                  </a:lnTo>
                  <a:lnTo>
                    <a:pt x="2383" y="2383"/>
                  </a:lnTo>
                  <a:lnTo>
                    <a:pt x="2980" y="2980"/>
                  </a:lnTo>
                  <a:lnTo>
                    <a:pt x="3577" y="2383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8" name="Figura a mano libera 7">
              <a:extLst>
                <a:ext uri="{FF2B5EF4-FFF2-40B4-BE49-F238E27FC236}">
                  <a16:creationId xmlns:a16="http://schemas.microsoft.com/office/drawing/2014/main" id="{CA85A327-3157-B442-993A-6900F71249AC}"/>
                </a:ext>
              </a:extLst>
            </p:cNvPr>
            <p:cNvSpPr>
              <a:spLocks/>
            </p:cNvSpPr>
            <p:nvPr/>
          </p:nvSpPr>
          <p:spPr bwMode="auto">
            <a:xfrm>
              <a:off x="6341233" y="1463970"/>
              <a:ext cx="2208196" cy="2208277"/>
            </a:xfrm>
            <a:custGeom>
              <a:avLst/>
              <a:gdLst>
                <a:gd name="T0" fmla="+- 0 7774 7177"/>
                <a:gd name="T1" fmla="*/ T0 w 1792"/>
                <a:gd name="T2" fmla="+- 0 1188 1188"/>
                <a:gd name="T3" fmla="*/ 1188 h 1792"/>
                <a:gd name="T4" fmla="+- 0 7177 7177"/>
                <a:gd name="T5" fmla="*/ T4 w 1792"/>
                <a:gd name="T6" fmla="+- 0 1786 1188"/>
                <a:gd name="T7" fmla="*/ 1786 h 1792"/>
                <a:gd name="T8" fmla="+- 0 8372 7177"/>
                <a:gd name="T9" fmla="*/ T8 w 1792"/>
                <a:gd name="T10" fmla="+- 0 2980 1188"/>
                <a:gd name="T11" fmla="*/ 2980 h 1792"/>
                <a:gd name="T12" fmla="+- 0 8969 7177"/>
                <a:gd name="T13" fmla="*/ T12 w 1792"/>
                <a:gd name="T14" fmla="+- 0 2383 1188"/>
                <a:gd name="T15" fmla="*/ 2383 h 1792"/>
                <a:gd name="T16" fmla="+- 0 7774 7177"/>
                <a:gd name="T17" fmla="*/ T16 w 1792"/>
                <a:gd name="T18" fmla="+- 0 1188 1188"/>
                <a:gd name="T19" fmla="*/ 1188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7" y="0"/>
                  </a:moveTo>
                  <a:lnTo>
                    <a:pt x="0" y="598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9" name="Figura a mano libera 8">
              <a:extLst>
                <a:ext uri="{FF2B5EF4-FFF2-40B4-BE49-F238E27FC236}">
                  <a16:creationId xmlns:a16="http://schemas.microsoft.com/office/drawing/2014/main" id="{9A459CB4-74AF-0544-AB1E-7CC6D10F84EB}"/>
                </a:ext>
              </a:extLst>
            </p:cNvPr>
            <p:cNvSpPr>
              <a:spLocks/>
            </p:cNvSpPr>
            <p:nvPr/>
          </p:nvSpPr>
          <p:spPr bwMode="auto">
            <a:xfrm>
              <a:off x="8555590" y="1"/>
              <a:ext cx="1457754" cy="729520"/>
            </a:xfrm>
            <a:custGeom>
              <a:avLst/>
              <a:gdLst>
                <a:gd name="T0" fmla="+- 0 10158 8975"/>
                <a:gd name="T1" fmla="*/ T0 w 1183"/>
                <a:gd name="T2" fmla="*/ 0 h 592"/>
                <a:gd name="T3" fmla="+- 0 8975 8975"/>
                <a:gd name="T4" fmla="*/ T3 w 1183"/>
                <a:gd name="T5" fmla="*/ 0 h 592"/>
                <a:gd name="T6" fmla="+- 0 9566 8975"/>
                <a:gd name="T7" fmla="*/ T6 w 1183"/>
                <a:gd name="T8" fmla="*/ 591 h 592"/>
                <a:gd name="T9" fmla="+- 0 10158 8975"/>
                <a:gd name="T10" fmla="*/ T9 w 1183"/>
                <a:gd name="T11" fmla="*/ 0 h 592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</a:cxnLst>
              <a:rect l="0" t="0" r="r" b="b"/>
              <a:pathLst>
                <a:path w="1183" h="592">
                  <a:moveTo>
                    <a:pt x="1183" y="0"/>
                  </a:moveTo>
                  <a:lnTo>
                    <a:pt x="0" y="0"/>
                  </a:lnTo>
                  <a:lnTo>
                    <a:pt x="591" y="591"/>
                  </a:lnTo>
                  <a:lnTo>
                    <a:pt x="118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10" name="Figura a mano libera 9">
              <a:extLst>
                <a:ext uri="{FF2B5EF4-FFF2-40B4-BE49-F238E27FC236}">
                  <a16:creationId xmlns:a16="http://schemas.microsoft.com/office/drawing/2014/main" id="{95A20BFD-9142-D64A-A78A-61B75FCA0D76}"/>
                </a:ext>
              </a:extLst>
            </p:cNvPr>
            <p:cNvSpPr>
              <a:spLocks/>
            </p:cNvSpPr>
            <p:nvPr/>
          </p:nvSpPr>
          <p:spPr bwMode="auto">
            <a:xfrm>
              <a:off x="7076887" y="728289"/>
              <a:ext cx="2208196" cy="2208277"/>
            </a:xfrm>
            <a:custGeom>
              <a:avLst/>
              <a:gdLst>
                <a:gd name="T0" fmla="+- 0 8372 7774"/>
                <a:gd name="T1" fmla="*/ T0 w 1792"/>
                <a:gd name="T2" fmla="+- 0 591 591"/>
                <a:gd name="T3" fmla="*/ 591 h 1792"/>
                <a:gd name="T4" fmla="+- 0 7774 7774"/>
                <a:gd name="T5" fmla="*/ T4 w 1792"/>
                <a:gd name="T6" fmla="+- 0 1188 591"/>
                <a:gd name="T7" fmla="*/ 1188 h 1792"/>
                <a:gd name="T8" fmla="+- 0 8969 7774"/>
                <a:gd name="T9" fmla="*/ T8 w 1792"/>
                <a:gd name="T10" fmla="+- 0 2383 591"/>
                <a:gd name="T11" fmla="*/ 2383 h 1792"/>
                <a:gd name="T12" fmla="+- 0 9566 7774"/>
                <a:gd name="T13" fmla="*/ T12 w 1792"/>
                <a:gd name="T14" fmla="+- 0 1786 591"/>
                <a:gd name="T15" fmla="*/ 1786 h 1792"/>
                <a:gd name="T16" fmla="+- 0 8372 7774"/>
                <a:gd name="T17" fmla="*/ T16 w 1792"/>
                <a:gd name="T18" fmla="+- 0 591 591"/>
                <a:gd name="T19" fmla="*/ 591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8" y="0"/>
                  </a:moveTo>
                  <a:lnTo>
                    <a:pt x="0" y="597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8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11" name="Figura a mano libera 10">
              <a:extLst>
                <a:ext uri="{FF2B5EF4-FFF2-40B4-BE49-F238E27FC236}">
                  <a16:creationId xmlns:a16="http://schemas.microsoft.com/office/drawing/2014/main" id="{B80736DF-C890-DB47-AEAA-D3D92505E632}"/>
                </a:ext>
              </a:extLst>
            </p:cNvPr>
            <p:cNvSpPr>
              <a:spLocks/>
            </p:cNvSpPr>
            <p:nvPr/>
          </p:nvSpPr>
          <p:spPr bwMode="auto">
            <a:xfrm>
              <a:off x="9285083" y="728289"/>
              <a:ext cx="2943850" cy="2943958"/>
            </a:xfrm>
            <a:custGeom>
              <a:avLst/>
              <a:gdLst>
                <a:gd name="T0" fmla="+- 0 11955 9566"/>
                <a:gd name="T1" fmla="*/ T0 w 2389"/>
                <a:gd name="T2" fmla="+- 0 1786 591"/>
                <a:gd name="T3" fmla="*/ 1786 h 2389"/>
                <a:gd name="T4" fmla="+- 0 10760 9566"/>
                <a:gd name="T5" fmla="*/ T4 w 2389"/>
                <a:gd name="T6" fmla="+- 0 591 591"/>
                <a:gd name="T7" fmla="*/ 591 h 2389"/>
                <a:gd name="T8" fmla="+- 0 9566 9566"/>
                <a:gd name="T9" fmla="*/ T8 w 2389"/>
                <a:gd name="T10" fmla="+- 0 1786 591"/>
                <a:gd name="T11" fmla="*/ 1786 h 2389"/>
                <a:gd name="T12" fmla="+- 0 10760 9566"/>
                <a:gd name="T13" fmla="*/ T12 w 2389"/>
                <a:gd name="T14" fmla="+- 0 2980 591"/>
                <a:gd name="T15" fmla="*/ 2980 h 2389"/>
                <a:gd name="T16" fmla="+- 0 11955 9566"/>
                <a:gd name="T17" fmla="*/ T16 w 2389"/>
                <a:gd name="T18" fmla="+- 0 1786 591"/>
                <a:gd name="T19" fmla="*/ 1786 h 2389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2389" h="2389">
                  <a:moveTo>
                    <a:pt x="2389" y="1195"/>
                  </a:moveTo>
                  <a:lnTo>
                    <a:pt x="1194" y="0"/>
                  </a:lnTo>
                  <a:lnTo>
                    <a:pt x="0" y="1195"/>
                  </a:lnTo>
                  <a:lnTo>
                    <a:pt x="1194" y="2389"/>
                  </a:lnTo>
                  <a:lnTo>
                    <a:pt x="2389" y="1195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</p:grpSp>
      <p:sp>
        <p:nvSpPr>
          <p:cNvPr id="12" name="Titolo 1">
            <a:extLst>
              <a:ext uri="{FF2B5EF4-FFF2-40B4-BE49-F238E27FC236}">
                <a16:creationId xmlns:a16="http://schemas.microsoft.com/office/drawing/2014/main" id="{39F93F26-ED5C-E74E-BFBD-E3054DC1B9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89572"/>
            <a:ext cx="6787747" cy="1593507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it-IT" sz="4400" b="1" i="0" spc="50" baseline="0">
                <a:latin typeface="+mj-lt"/>
              </a:defRPr>
            </a:lvl1pPr>
          </a:lstStyle>
          <a:p>
            <a:pPr rtl="0"/>
            <a:r>
              <a:rPr lang="it-IT"/>
              <a:t>Fare clic per inserire il titolo </a:t>
            </a:r>
          </a:p>
        </p:txBody>
      </p:sp>
      <p:sp>
        <p:nvSpPr>
          <p:cNvPr id="2" name="Segnaposto contenuto 5">
            <a:extLst>
              <a:ext uri="{FF2B5EF4-FFF2-40B4-BE49-F238E27FC236}">
                <a16:creationId xmlns:a16="http://schemas.microsoft.com/office/drawing/2014/main" id="{186153BD-9D2B-47EB-3553-1D3F6663B2A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4359" y="2281918"/>
            <a:ext cx="6787747" cy="3708517"/>
          </a:xfrm>
        </p:spPr>
        <p:txBody>
          <a:bodyPr lIns="0" tIns="228600" rIns="0" bIns="0" rtlCol="0">
            <a:normAutofit/>
          </a:bodyPr>
          <a:lstStyle>
            <a:lvl1pPr marL="283464" indent="-283464">
              <a:lnSpc>
                <a:spcPct val="80000"/>
              </a:lnSpc>
              <a:spcBef>
                <a:spcPts val="2200"/>
              </a:spcBef>
              <a:buFont typeface="Arial" panose="020B0604020202020204" pitchFamily="34" charset="0"/>
              <a:buChar char="•"/>
              <a:defRPr lang="it-IT" sz="2400" b="1" i="0" kern="1200" dirty="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indent="-283464">
              <a:spcBef>
                <a:spcPts val="600"/>
              </a:spcBef>
              <a:defRPr lang="it-IT" sz="2000"/>
            </a:lvl2pPr>
            <a:lvl3pPr indent="-283464">
              <a:spcBef>
                <a:spcPts val="1800"/>
              </a:spcBef>
              <a:defRPr lang="it-IT" sz="2000"/>
            </a:lvl3pPr>
            <a:lvl4pPr indent="-283464">
              <a:spcBef>
                <a:spcPts val="1800"/>
              </a:spcBef>
              <a:defRPr lang="it-IT" sz="2000"/>
            </a:lvl4pPr>
            <a:lvl5pPr indent="-283464">
              <a:spcBef>
                <a:spcPts val="1800"/>
              </a:spcBef>
              <a:defRPr lang="it-IT" sz="2000"/>
            </a:lvl5pPr>
          </a:lstStyle>
          <a:p>
            <a:pPr lvl="0" rtl="0"/>
            <a:r>
              <a:rPr lang="it-IT"/>
              <a:t>Fai clic per aggiungere contenuto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43" name="Segnaposto numero diapositiva 42">
            <a:extLst>
              <a:ext uri="{FF2B5EF4-FFF2-40B4-BE49-F238E27FC236}">
                <a16:creationId xmlns:a16="http://schemas.microsoft.com/office/drawing/2014/main" id="{D80CCC8F-9CF1-9621-04EB-DFA68FEE42D2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294A09A9-5501-47C1-A89A-A340965A2BE2}" type="slidenum">
              <a:rPr lang="it-IT" smtClean="0"/>
              <a:pPr/>
              <a:t>‹N›</a:t>
            </a:fld>
            <a:endParaRPr lang="it-IT" dirty="0">
              <a:latin typeface="+mn-lt"/>
            </a:endParaRPr>
          </a:p>
        </p:txBody>
      </p:sp>
      <p:sp>
        <p:nvSpPr>
          <p:cNvPr id="42" name="Segnaposto data 41">
            <a:extLst>
              <a:ext uri="{FF2B5EF4-FFF2-40B4-BE49-F238E27FC236}">
                <a16:creationId xmlns:a16="http://schemas.microsoft.com/office/drawing/2014/main" id="{29CE2856-DB8F-5603-C085-74C70560FAC8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>
              <a:latin typeface="+mn-lt"/>
            </a:endParaRPr>
          </a:p>
        </p:txBody>
      </p:sp>
      <p:cxnSp>
        <p:nvCxnSpPr>
          <p:cNvPr id="4" name="Connettore diritto 3">
            <a:extLst>
              <a:ext uri="{FF2B5EF4-FFF2-40B4-BE49-F238E27FC236}">
                <a16:creationId xmlns:a16="http://schemas.microsoft.com/office/drawing/2014/main" id="{979826C1-7A52-DA25-F422-EE62DED7D1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0552" cy="0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8089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sezion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egnaposto immagine 3">
            <a:extLst>
              <a:ext uri="{FF2B5EF4-FFF2-40B4-BE49-F238E27FC236}">
                <a16:creationId xmlns:a16="http://schemas.microsoft.com/office/drawing/2014/main" id="{B79D0555-EBDC-B53A-212D-A5921795FEC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80543"/>
          </a:xfrm>
          <a:custGeom>
            <a:avLst/>
            <a:gdLst>
              <a:gd name="connsiteX0" fmla="*/ 6309360 w 12192000"/>
              <a:gd name="connsiteY0" fmla="*/ 3951843 h 6880543"/>
              <a:gd name="connsiteX1" fmla="*/ 6309360 w 12192000"/>
              <a:gd name="connsiteY1" fmla="*/ 4052427 h 6880543"/>
              <a:gd name="connsiteX2" fmla="*/ 8442960 w 12192000"/>
              <a:gd name="connsiteY2" fmla="*/ 4052427 h 6880543"/>
              <a:gd name="connsiteX3" fmla="*/ 8442960 w 12192000"/>
              <a:gd name="connsiteY3" fmla="*/ 3951843 h 6880543"/>
              <a:gd name="connsiteX4" fmla="*/ 0 w 12192000"/>
              <a:gd name="connsiteY4" fmla="*/ 0 h 6880543"/>
              <a:gd name="connsiteX5" fmla="*/ 12192000 w 12192000"/>
              <a:gd name="connsiteY5" fmla="*/ 0 h 6880543"/>
              <a:gd name="connsiteX6" fmla="*/ 12192000 w 12192000"/>
              <a:gd name="connsiteY6" fmla="*/ 6880543 h 6880543"/>
              <a:gd name="connsiteX7" fmla="*/ 0 w 12192000"/>
              <a:gd name="connsiteY7" fmla="*/ 6880543 h 68805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80543">
                <a:moveTo>
                  <a:pt x="6309360" y="3951843"/>
                </a:moveTo>
                <a:lnTo>
                  <a:pt x="6309360" y="4052427"/>
                </a:lnTo>
                <a:lnTo>
                  <a:pt x="8442960" y="4052427"/>
                </a:lnTo>
                <a:lnTo>
                  <a:pt x="8442960" y="3951843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80543"/>
                </a:lnTo>
                <a:lnTo>
                  <a:pt x="0" y="6880543"/>
                </a:lnTo>
                <a:close/>
              </a:path>
            </a:pathLst>
          </a:custGeom>
        </p:spPr>
        <p:txBody>
          <a:bodyPr wrap="square" tIns="182880" rtlCol="0">
            <a:noAutofit/>
          </a:bodyPr>
          <a:lstStyle>
            <a:lvl1pPr marL="0" indent="0" algn="ctr">
              <a:buNone/>
              <a:defRPr lang="it-IT" sz="2000">
                <a:solidFill>
                  <a:schemeClr val="tx1"/>
                </a:solidFill>
              </a:defRPr>
            </a:lvl1pPr>
          </a:lstStyle>
          <a:p>
            <a:pPr rtl="0"/>
            <a:r>
              <a:rPr lang="it-IT"/>
              <a:t>Fare clic sull'icona per inserire un'immagine</a:t>
            </a:r>
          </a:p>
        </p:txBody>
      </p:sp>
      <p:sp>
        <p:nvSpPr>
          <p:cNvPr id="18" name="Titolo 1">
            <a:extLst>
              <a:ext uri="{FF2B5EF4-FFF2-40B4-BE49-F238E27FC236}">
                <a16:creationId xmlns:a16="http://schemas.microsoft.com/office/drawing/2014/main" id="{8D492973-78E3-D34E-835E-CF2D451701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09359" y="444933"/>
            <a:ext cx="5477479" cy="3291840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it-IT" sz="6000" b="1" i="0" baseline="0">
                <a:solidFill>
                  <a:schemeClr val="tx1"/>
                </a:solidFill>
                <a:latin typeface="+mj-lt"/>
              </a:defRPr>
            </a:lvl1pPr>
          </a:lstStyle>
          <a:p>
            <a:pPr rtl="0"/>
            <a:r>
              <a:rPr lang="it-IT"/>
              <a:t>Fare clic per inserire il titolo </a:t>
            </a:r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D96BA398-1ED2-1FCA-63B9-8915A8C7A5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309360" y="3951843"/>
            <a:ext cx="2133600" cy="10058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it-IT"/>
            </a:defPPr>
          </a:lstStyle>
          <a:p>
            <a:pPr algn="ctr" rtl="0"/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7291695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104">
          <p15:clr>
            <a:srgbClr val="FBAE40"/>
          </p15:clr>
        </p15:guide>
        <p15:guide id="3" pos="4344" userDrawn="1">
          <p15:clr>
            <a:srgbClr val="FBAE40"/>
          </p15:clr>
        </p15:guide>
        <p15:guide id="4" pos="4560" userDrawn="1">
          <p15:clr>
            <a:srgbClr val="FBAE40"/>
          </p15:clr>
        </p15:guide>
        <p15:guide id="8" orient="horz" pos="1848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99835" y="430529"/>
            <a:ext cx="5486400" cy="3291840"/>
          </a:xfrm>
          <a:prstGeom prst="rect">
            <a:avLst/>
          </a:prstGeom>
        </p:spPr>
        <p:txBody>
          <a:bodyPr lIns="0" tIns="0" rIns="0" bIns="0" rtlCol="0" anchor="b">
            <a:noAutofit/>
          </a:bodyPr>
          <a:lstStyle>
            <a:lvl1pPr algn="l">
              <a:lnSpc>
                <a:spcPct val="80000"/>
              </a:lnSpc>
              <a:defRPr lang="it-IT" sz="6000" b="1" i="0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it-IT"/>
              <a:t>Fare clic per inserire il titolo </a:t>
            </a:r>
          </a:p>
        </p:txBody>
      </p:sp>
      <p:sp>
        <p:nvSpPr>
          <p:cNvPr id="6" name="Segnaposto immagine 5">
            <a:extLst>
              <a:ext uri="{FF2B5EF4-FFF2-40B4-BE49-F238E27FC236}">
                <a16:creationId xmlns:a16="http://schemas.microsoft.com/office/drawing/2014/main" id="{A9973BC6-F6E5-0B3B-C8AB-0AC4020D4E8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-11113"/>
            <a:ext cx="5791200" cy="6880226"/>
          </a:xfrm>
        </p:spPr>
        <p:txBody>
          <a:bodyPr rtlCol="0">
            <a:normAutofit/>
          </a:bodyPr>
          <a:lstStyle>
            <a:lvl1pPr marL="0" indent="0" algn="ctr">
              <a:buNone/>
              <a:defRPr lang="it-IT" sz="2000"/>
            </a:lvl1pPr>
          </a:lstStyle>
          <a:p>
            <a:pPr rtl="0"/>
            <a:r>
              <a:rPr lang="it-IT"/>
              <a:t>Fare clic sull'icona per inserire un'immagine</a:t>
            </a:r>
          </a:p>
        </p:txBody>
      </p:sp>
      <p:sp>
        <p:nvSpPr>
          <p:cNvPr id="18" name="Segnaposto testo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99835" y="4568602"/>
            <a:ext cx="5486400" cy="1645920"/>
          </a:xfrm>
        </p:spPr>
        <p:txBody>
          <a:bodyPr lIns="0" tIns="0" rIns="0" bIns="0" rtlCol="0">
            <a:noAutofit/>
          </a:bodyPr>
          <a:lstStyle>
            <a:lvl1pPr marL="0" indent="0">
              <a:buNone/>
              <a:defRPr lang="it-IT" sz="2400" b="1" i="0">
                <a:solidFill>
                  <a:schemeClr val="tx2">
                    <a:lumMod val="75000"/>
                  </a:schemeClr>
                </a:solidFill>
                <a:latin typeface="+mn-lt"/>
              </a:defRPr>
            </a:lvl1pPr>
            <a:lvl2pPr>
              <a:defRPr lang="it-IT" sz="4000"/>
            </a:lvl2pPr>
            <a:lvl3pPr>
              <a:defRPr lang="it-IT" sz="4000"/>
            </a:lvl3pPr>
            <a:lvl4pPr>
              <a:defRPr lang="it-IT" sz="4000"/>
            </a:lvl4pPr>
            <a:lvl5pPr>
              <a:defRPr lang="it-IT" sz="4000"/>
            </a:lvl5pPr>
          </a:lstStyle>
          <a:p>
            <a:pPr lvl="0" rtl="0"/>
            <a:r>
              <a:rPr lang="it-IT"/>
              <a:t>Fare clic per inserire il testo</a:t>
            </a:r>
          </a:p>
        </p:txBody>
      </p:sp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29169ED6-4B82-6844-119F-AC15CDF2D3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09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79140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epilogo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nettore diritto 8">
            <a:extLst>
              <a:ext uri="{FF2B5EF4-FFF2-40B4-BE49-F238E27FC236}">
                <a16:creationId xmlns:a16="http://schemas.microsoft.com/office/drawing/2014/main" id="{C57F1500-1A16-D1EF-4F0C-030852B291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0" name="Gruppo 9">
            <a:extLst>
              <a:ext uri="{FF2B5EF4-FFF2-40B4-BE49-F238E27FC236}">
                <a16:creationId xmlns:a16="http://schemas.microsoft.com/office/drawing/2014/main" id="{2D07A0BE-3890-193E-9439-F294E61A71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11" name="Figura a mano libera 19">
              <a:extLst>
                <a:ext uri="{FF2B5EF4-FFF2-40B4-BE49-F238E27FC236}">
                  <a16:creationId xmlns:a16="http://schemas.microsoft.com/office/drawing/2014/main" id="{C05217ED-C258-E6CE-BA7F-28A6EA41BCD3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12" name="Figura a mano libera 20">
              <a:extLst>
                <a:ext uri="{FF2B5EF4-FFF2-40B4-BE49-F238E27FC236}">
                  <a16:creationId xmlns:a16="http://schemas.microsoft.com/office/drawing/2014/main" id="{F3E11A1F-14DD-BA35-D7D7-4D4ADEAA348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13" name="Figura a mano libera 21">
              <a:extLst>
                <a:ext uri="{FF2B5EF4-FFF2-40B4-BE49-F238E27FC236}">
                  <a16:creationId xmlns:a16="http://schemas.microsoft.com/office/drawing/2014/main" id="{F14541B0-973F-7E21-1019-D2FB83C8C0D0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</p:grpSp>
      <p:sp>
        <p:nvSpPr>
          <p:cNvPr id="32" name="Titolo 1">
            <a:extLst>
              <a:ext uri="{FF2B5EF4-FFF2-40B4-BE49-F238E27FC236}">
                <a16:creationId xmlns:a16="http://schemas.microsoft.com/office/drawing/2014/main" id="{467E05B6-B7CB-1E4F-96BA-4B8CFE8B63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02875"/>
            <a:ext cx="10873740" cy="1680205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it-IT" sz="4400" b="1" i="0">
                <a:latin typeface="+mj-lt"/>
              </a:defRPr>
            </a:lvl1pPr>
          </a:lstStyle>
          <a:p>
            <a:pPr rtl="0"/>
            <a:r>
              <a:rPr lang="it-IT"/>
              <a:t>Fare clic per inserire il titolo </a:t>
            </a:r>
          </a:p>
        </p:txBody>
      </p:sp>
      <p:sp>
        <p:nvSpPr>
          <p:cNvPr id="2" name="Segnaposto contenuto 5">
            <a:extLst>
              <a:ext uri="{FF2B5EF4-FFF2-40B4-BE49-F238E27FC236}">
                <a16:creationId xmlns:a16="http://schemas.microsoft.com/office/drawing/2014/main" id="{F6FE0DC0-B0D7-F4D6-8038-177AD7A8C211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657600" y="2282008"/>
            <a:ext cx="7810500" cy="3699328"/>
          </a:xfrm>
        </p:spPr>
        <p:txBody>
          <a:bodyPr lIns="0" tIns="228600" rIns="0" bIns="0" rtlCol="0">
            <a:normAutofit/>
          </a:bodyPr>
          <a:lstStyle>
            <a:lvl1pPr marL="283464" indent="-283464">
              <a:spcBef>
                <a:spcPts val="1800"/>
              </a:spcBef>
              <a:buFont typeface="Arial" panose="020B0604020202020204" pitchFamily="34" charset="0"/>
              <a:buChar char="•"/>
              <a:defRPr lang="it-IT" sz="2000"/>
            </a:lvl1pPr>
            <a:lvl2pPr indent="-283464">
              <a:spcBef>
                <a:spcPts val="1800"/>
              </a:spcBef>
              <a:defRPr lang="it-IT" sz="2000"/>
            </a:lvl2pPr>
            <a:lvl3pPr indent="-283464">
              <a:spcBef>
                <a:spcPts val="1800"/>
              </a:spcBef>
              <a:defRPr lang="it-IT" sz="2000"/>
            </a:lvl3pPr>
            <a:lvl4pPr indent="-283464">
              <a:spcBef>
                <a:spcPts val="1800"/>
              </a:spcBef>
              <a:defRPr lang="it-IT" sz="2000"/>
            </a:lvl4pPr>
            <a:lvl5pPr indent="-283464">
              <a:spcBef>
                <a:spcPts val="1800"/>
              </a:spcBef>
              <a:defRPr lang="it-IT" sz="2000"/>
            </a:lvl5pPr>
          </a:lstStyle>
          <a:p>
            <a:pPr lvl="0" rtl="0"/>
            <a:r>
              <a:rPr lang="it-IT"/>
              <a:t>Fai clic per aggiungere contenuto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8" name="Segnaposto numero diapositiva 7">
            <a:extLst>
              <a:ext uri="{FF2B5EF4-FFF2-40B4-BE49-F238E27FC236}">
                <a16:creationId xmlns:a16="http://schemas.microsoft.com/office/drawing/2014/main" id="{7ED58739-4346-5104-B1AC-89ED035912A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294A09A9-5501-47C1-A89A-A340965A2BE2}" type="slidenum">
              <a:rPr lang="it-IT" smtClean="0"/>
              <a:pPr/>
              <a:t>‹N›</a:t>
            </a:fld>
            <a:endParaRPr lang="it-IT" dirty="0">
              <a:latin typeface="+mn-lt"/>
            </a:endParaRP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E9272B8D-F380-9F1A-C8E6-BDD2352B1763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4029641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304">
          <p15:clr>
            <a:srgbClr val="FBAE40"/>
          </p15:clr>
        </p15:guide>
        <p15:guide id="4" pos="5736">
          <p15:clr>
            <a:srgbClr val="FBAE40"/>
          </p15:clr>
        </p15:guide>
        <p15:guide id="5" pos="1944">
          <p15:clr>
            <a:srgbClr val="FBAE40"/>
          </p15:clr>
        </p15:guide>
        <p15:guide id="6" pos="4008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440">
          <p15:clr>
            <a:srgbClr val="FBAE40"/>
          </p15:clr>
        </p15:guide>
        <p15:guide id="9" orient="horz" pos="552">
          <p15:clr>
            <a:srgbClr val="FBAE40"/>
          </p15:clr>
        </p15:guide>
        <p15:guide id="10" pos="5352">
          <p15:clr>
            <a:srgbClr val="FBAE40"/>
          </p15:clr>
        </p15:guide>
        <p15:guide id="11" pos="364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09904" y="411479"/>
            <a:ext cx="5486400" cy="3291840"/>
          </a:xfrm>
          <a:prstGeom prst="rect">
            <a:avLst/>
          </a:prstGeom>
        </p:spPr>
        <p:txBody>
          <a:bodyPr lIns="0" tIns="0" rIns="0" bIns="0" rtlCol="0" anchor="b">
            <a:noAutofit/>
          </a:bodyPr>
          <a:lstStyle>
            <a:lvl1pPr algn="l">
              <a:lnSpc>
                <a:spcPct val="80000"/>
              </a:lnSpc>
              <a:defRPr lang="it-IT" sz="6000" b="1" i="0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it-IT"/>
              <a:t>Fare clic per inserire il titolo </a:t>
            </a:r>
          </a:p>
        </p:txBody>
      </p:sp>
      <p:grpSp>
        <p:nvGrpSpPr>
          <p:cNvPr id="9" name="Gruppo 8">
            <a:extLst>
              <a:ext uri="{FF2B5EF4-FFF2-40B4-BE49-F238E27FC236}">
                <a16:creationId xmlns:a16="http://schemas.microsoft.com/office/drawing/2014/main" id="{C26C18C3-ED25-DD4B-BA72-24932D54D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1" y="758752"/>
            <a:ext cx="6099248" cy="6099248"/>
            <a:chOff x="0" y="12289"/>
            <a:chExt cx="3550" cy="3551"/>
          </a:xfrm>
        </p:grpSpPr>
        <p:sp>
          <p:nvSpPr>
            <p:cNvPr id="10" name="Figura a mano libera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11" name="Figura a mano libera 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12" name="Figura a mano libera 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</p:grpSp>
      <p:cxnSp>
        <p:nvCxnSpPr>
          <p:cNvPr id="13" name="Connettore diritto 12">
            <a:extLst>
              <a:ext uri="{FF2B5EF4-FFF2-40B4-BE49-F238E27FC236}">
                <a16:creationId xmlns:a16="http://schemas.microsoft.com/office/drawing/2014/main" id="{A69706A2-3726-FE4E-B923-E75D48597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09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Segnaposto testo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09905" y="4549552"/>
            <a:ext cx="5486400" cy="1645920"/>
          </a:xfrm>
        </p:spPr>
        <p:txBody>
          <a:bodyPr lIns="0" tIns="0" rIns="0" bIns="0" rtlCol="0">
            <a:noAutofit/>
          </a:bodyPr>
          <a:lstStyle>
            <a:lvl1pPr marL="0" indent="0">
              <a:buNone/>
              <a:defRPr lang="it-IT" sz="2400" b="1" i="0">
                <a:solidFill>
                  <a:schemeClr val="tx2">
                    <a:lumMod val="75000"/>
                  </a:schemeClr>
                </a:solidFill>
                <a:latin typeface="+mn-lt"/>
              </a:defRPr>
            </a:lvl1pPr>
            <a:lvl2pPr>
              <a:defRPr lang="it-IT" sz="4000"/>
            </a:lvl2pPr>
            <a:lvl3pPr>
              <a:defRPr lang="it-IT" sz="4000"/>
            </a:lvl3pPr>
            <a:lvl4pPr>
              <a:defRPr lang="it-IT" sz="4000"/>
            </a:lvl4pPr>
            <a:lvl5pPr>
              <a:defRPr lang="it-IT" sz="4000"/>
            </a:lvl5pPr>
          </a:lstStyle>
          <a:p>
            <a:pPr lvl="0" rtl="0"/>
            <a:r>
              <a:rPr lang="it-IT"/>
              <a:t>Fare clic per inserire il testo</a:t>
            </a:r>
          </a:p>
        </p:txBody>
      </p:sp>
    </p:spTree>
    <p:extLst>
      <p:ext uri="{BB962C8B-B14F-4D97-AF65-F5344CB8AC3E}">
        <p14:creationId xmlns:p14="http://schemas.microsoft.com/office/powerpoint/2010/main" val="20271085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e due contenuti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o 10">
            <a:extLst>
              <a:ext uri="{FF2B5EF4-FFF2-40B4-BE49-F238E27FC236}">
                <a16:creationId xmlns:a16="http://schemas.microsoft.com/office/drawing/2014/main" id="{C97D5AF2-684A-4A8D-3D82-B57D7AC446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0800000">
            <a:off x="8870040" y="0"/>
            <a:ext cx="3325208" cy="3325208"/>
            <a:chOff x="0" y="12289"/>
            <a:chExt cx="3550" cy="3551"/>
          </a:xfrm>
        </p:grpSpPr>
        <p:sp>
          <p:nvSpPr>
            <p:cNvPr id="12" name="Figura a mano libera 4">
              <a:extLst>
                <a:ext uri="{FF2B5EF4-FFF2-40B4-BE49-F238E27FC236}">
                  <a16:creationId xmlns:a16="http://schemas.microsoft.com/office/drawing/2014/main" id="{8CF5F650-F8F0-F4FE-44DA-1F14ADE428B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13" name="Figura a mano libera 5">
              <a:extLst>
                <a:ext uri="{FF2B5EF4-FFF2-40B4-BE49-F238E27FC236}">
                  <a16:creationId xmlns:a16="http://schemas.microsoft.com/office/drawing/2014/main" id="{18870924-E47D-404F-59B5-BD1C58F7B04C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14" name="Figura a mano libera 7">
              <a:extLst>
                <a:ext uri="{FF2B5EF4-FFF2-40B4-BE49-F238E27FC236}">
                  <a16:creationId xmlns:a16="http://schemas.microsoft.com/office/drawing/2014/main" id="{80806A65-E4FC-2F52-65B3-CC181E620C29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</p:grpSp>
      <p:sp>
        <p:nvSpPr>
          <p:cNvPr id="16" name="Titolo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278129"/>
            <a:ext cx="9778365" cy="1494596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it-IT" sz="4400" b="1" i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it-IT"/>
              <a:t>Fare clic per inserire il titolo </a:t>
            </a:r>
          </a:p>
        </p:txBody>
      </p:sp>
      <p:sp>
        <p:nvSpPr>
          <p:cNvPr id="2" name="Segnaposto contenuto 5">
            <a:extLst>
              <a:ext uri="{FF2B5EF4-FFF2-40B4-BE49-F238E27FC236}">
                <a16:creationId xmlns:a16="http://schemas.microsoft.com/office/drawing/2014/main" id="{F14DA3C5-63E4-BAFB-1D68-47F71EEEE538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94360" y="2676525"/>
            <a:ext cx="4490827" cy="3597470"/>
          </a:xfrm>
        </p:spPr>
        <p:txBody>
          <a:bodyPr lIns="0" tIns="45720" rIns="0" bIns="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it-IT" sz="2000"/>
            </a:lvl1pPr>
            <a:lvl2pPr marL="283464" indent="-283464">
              <a:spcBef>
                <a:spcPts val="1800"/>
              </a:spcBef>
              <a:defRPr lang="it-IT" sz="2000"/>
            </a:lvl2pPr>
            <a:lvl3pPr marL="594360" indent="-283464">
              <a:spcBef>
                <a:spcPts val="1800"/>
              </a:spcBef>
              <a:defRPr lang="it-IT" sz="2000"/>
            </a:lvl3pPr>
            <a:lvl4pPr marL="822960" indent="-283464">
              <a:spcBef>
                <a:spcPts val="1800"/>
              </a:spcBef>
              <a:defRPr lang="it-IT" sz="2000"/>
            </a:lvl4pPr>
            <a:lvl5pPr marL="1005840" indent="-283464">
              <a:spcBef>
                <a:spcPts val="1800"/>
              </a:spcBef>
              <a:defRPr lang="it-IT" sz="2000"/>
            </a:lvl5pPr>
          </a:lstStyle>
          <a:p>
            <a:pPr lvl="0" rtl="0"/>
            <a:r>
              <a:rPr lang="it-IT"/>
              <a:t>Fai clic per aggiungere contenuto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3" name="Segnaposto contenuto 5">
            <a:extLst>
              <a:ext uri="{FF2B5EF4-FFF2-40B4-BE49-F238E27FC236}">
                <a16:creationId xmlns:a16="http://schemas.microsoft.com/office/drawing/2014/main" id="{BD11386D-847E-8CF5-E56A-42E80A65A089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881898" y="2676525"/>
            <a:ext cx="4490827" cy="3597470"/>
          </a:xfrm>
        </p:spPr>
        <p:txBody>
          <a:bodyPr lIns="0" tIns="45720" rIns="0" bIns="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it-IT" sz="2000"/>
            </a:lvl1pPr>
            <a:lvl2pPr marL="283464" indent="-283464">
              <a:spcBef>
                <a:spcPts val="1800"/>
              </a:spcBef>
              <a:defRPr lang="it-IT" sz="2000"/>
            </a:lvl2pPr>
            <a:lvl3pPr marL="548640" indent="-283464">
              <a:spcBef>
                <a:spcPts val="1800"/>
              </a:spcBef>
              <a:defRPr lang="it-IT" sz="2000"/>
            </a:lvl3pPr>
            <a:lvl4pPr marL="822960" indent="-283464">
              <a:spcBef>
                <a:spcPts val="1800"/>
              </a:spcBef>
              <a:defRPr lang="it-IT" sz="2000"/>
            </a:lvl4pPr>
            <a:lvl5pPr marL="1005840" indent="-283464">
              <a:spcBef>
                <a:spcPts val="1800"/>
              </a:spcBef>
              <a:defRPr lang="it-IT" sz="2000"/>
            </a:lvl5pPr>
          </a:lstStyle>
          <a:p>
            <a:pPr lvl="0" rtl="0"/>
            <a:r>
              <a:rPr lang="it-IT"/>
              <a:t>Fai clic per aggiungere contenuto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10" name="Segnaposto numero diapositiva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294A09A9-5501-47C1-A89A-A340965A2BE2}" type="slidenum">
              <a:rPr lang="it-IT" smtClean="0"/>
              <a:pPr/>
              <a:t>‹N›</a:t>
            </a:fld>
            <a:endParaRPr lang="it-IT" dirty="0">
              <a:latin typeface="+mn-lt"/>
            </a:endParaRPr>
          </a:p>
        </p:txBody>
      </p:sp>
      <p:sp>
        <p:nvSpPr>
          <p:cNvPr id="8" name="Segnaposto data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>
              <a:latin typeface="+mn-lt"/>
            </a:endParaRPr>
          </a:p>
        </p:txBody>
      </p:sp>
      <p:cxnSp>
        <p:nvCxnSpPr>
          <p:cNvPr id="4" name="Connettore diritto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10569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e contenuto 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o 10">
            <a:extLst>
              <a:ext uri="{FF2B5EF4-FFF2-40B4-BE49-F238E27FC236}">
                <a16:creationId xmlns:a16="http://schemas.microsoft.com/office/drawing/2014/main" id="{42E558A9-6DD6-E21D-3A8F-6707E1DD1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362700" y="0"/>
            <a:ext cx="5829298" cy="3235602"/>
            <a:chOff x="5612972" y="1"/>
            <a:chExt cx="6615961" cy="3672246"/>
          </a:xfrm>
        </p:grpSpPr>
        <p:sp>
          <p:nvSpPr>
            <p:cNvPr id="12" name="Forma 24">
              <a:extLst>
                <a:ext uri="{FF2B5EF4-FFF2-40B4-BE49-F238E27FC236}">
                  <a16:creationId xmlns:a16="http://schemas.microsoft.com/office/drawing/2014/main" id="{3FC994E4-318C-1E66-B4E4-8F8FD08E098F}"/>
                </a:ext>
              </a:extLst>
            </p:cNvPr>
            <p:cNvSpPr>
              <a:spLocks/>
            </p:cNvSpPr>
            <p:nvPr/>
          </p:nvSpPr>
          <p:spPr bwMode="auto">
            <a:xfrm>
              <a:off x="5612972" y="1"/>
              <a:ext cx="4408998" cy="3672246"/>
            </a:xfrm>
            <a:custGeom>
              <a:avLst/>
              <a:gdLst>
                <a:gd name="T0" fmla="+- 0 8372 6586"/>
                <a:gd name="T1" fmla="*/ T0 w 3578"/>
                <a:gd name="T2" fmla="*/ 591 h 2980"/>
                <a:gd name="T3" fmla="+- 0 7780 6586"/>
                <a:gd name="T4" fmla="*/ T3 w 3578"/>
                <a:gd name="T5" fmla="*/ 0 h 2980"/>
                <a:gd name="T6" fmla="+- 0 6586 6586"/>
                <a:gd name="T7" fmla="*/ T6 w 3578"/>
                <a:gd name="T8" fmla="*/ 0 h 2980"/>
                <a:gd name="T9" fmla="+- 0 7774 6586"/>
                <a:gd name="T10" fmla="*/ T9 w 3578"/>
                <a:gd name="T11" fmla="*/ 1188 h 2980"/>
                <a:gd name="T12" fmla="+- 0 8372 6586"/>
                <a:gd name="T13" fmla="*/ T12 w 3578"/>
                <a:gd name="T14" fmla="*/ 591 h 2980"/>
                <a:gd name="T15" fmla="+- 0 10163 6586"/>
                <a:gd name="T16" fmla="*/ T15 w 3578"/>
                <a:gd name="T17" fmla="*/ 2383 h 2980"/>
                <a:gd name="T18" fmla="+- 0 9566 6586"/>
                <a:gd name="T19" fmla="*/ T18 w 3578"/>
                <a:gd name="T20" fmla="*/ 1786 h 2980"/>
                <a:gd name="T21" fmla="+- 0 8969 6586"/>
                <a:gd name="T22" fmla="*/ T21 w 3578"/>
                <a:gd name="T23" fmla="*/ 2383 h 2980"/>
                <a:gd name="T24" fmla="+- 0 9566 6586"/>
                <a:gd name="T25" fmla="*/ T24 w 3578"/>
                <a:gd name="T26" fmla="*/ 2980 h 2980"/>
                <a:gd name="T27" fmla="+- 0 10163 6586"/>
                <a:gd name="T28" fmla="*/ T27 w 3578"/>
                <a:gd name="T29" fmla="*/ 2383 h 2980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  <a:cxn ang="0">
                  <a:pos x="T13" y="T14"/>
                </a:cxn>
                <a:cxn ang="0">
                  <a:pos x="T16" y="T17"/>
                </a:cxn>
                <a:cxn ang="0">
                  <a:pos x="T19" y="T20"/>
                </a:cxn>
                <a:cxn ang="0">
                  <a:pos x="T22" y="T23"/>
                </a:cxn>
                <a:cxn ang="0">
                  <a:pos x="T25" y="T26"/>
                </a:cxn>
                <a:cxn ang="0">
                  <a:pos x="T28" y="T29"/>
                </a:cxn>
              </a:cxnLst>
              <a:rect l="0" t="0" r="r" b="b"/>
              <a:pathLst>
                <a:path w="3578" h="2980">
                  <a:moveTo>
                    <a:pt x="1786" y="591"/>
                  </a:moveTo>
                  <a:lnTo>
                    <a:pt x="1194" y="0"/>
                  </a:lnTo>
                  <a:lnTo>
                    <a:pt x="0" y="0"/>
                  </a:lnTo>
                  <a:lnTo>
                    <a:pt x="1188" y="1188"/>
                  </a:lnTo>
                  <a:lnTo>
                    <a:pt x="1786" y="591"/>
                  </a:lnTo>
                  <a:moveTo>
                    <a:pt x="3577" y="2383"/>
                  </a:moveTo>
                  <a:lnTo>
                    <a:pt x="2980" y="1786"/>
                  </a:lnTo>
                  <a:lnTo>
                    <a:pt x="2383" y="2383"/>
                  </a:lnTo>
                  <a:lnTo>
                    <a:pt x="2980" y="2980"/>
                  </a:lnTo>
                  <a:lnTo>
                    <a:pt x="3577" y="2383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13" name="Figura a mano libera 7">
              <a:extLst>
                <a:ext uri="{FF2B5EF4-FFF2-40B4-BE49-F238E27FC236}">
                  <a16:creationId xmlns:a16="http://schemas.microsoft.com/office/drawing/2014/main" id="{17C00E6B-F625-6D6C-8364-9DD9F3C3628F}"/>
                </a:ext>
              </a:extLst>
            </p:cNvPr>
            <p:cNvSpPr>
              <a:spLocks/>
            </p:cNvSpPr>
            <p:nvPr/>
          </p:nvSpPr>
          <p:spPr bwMode="auto">
            <a:xfrm>
              <a:off x="6341233" y="1463970"/>
              <a:ext cx="2208196" cy="2208277"/>
            </a:xfrm>
            <a:custGeom>
              <a:avLst/>
              <a:gdLst>
                <a:gd name="T0" fmla="+- 0 7774 7177"/>
                <a:gd name="T1" fmla="*/ T0 w 1792"/>
                <a:gd name="T2" fmla="+- 0 1188 1188"/>
                <a:gd name="T3" fmla="*/ 1188 h 1792"/>
                <a:gd name="T4" fmla="+- 0 7177 7177"/>
                <a:gd name="T5" fmla="*/ T4 w 1792"/>
                <a:gd name="T6" fmla="+- 0 1786 1188"/>
                <a:gd name="T7" fmla="*/ 1786 h 1792"/>
                <a:gd name="T8" fmla="+- 0 8372 7177"/>
                <a:gd name="T9" fmla="*/ T8 w 1792"/>
                <a:gd name="T10" fmla="+- 0 2980 1188"/>
                <a:gd name="T11" fmla="*/ 2980 h 1792"/>
                <a:gd name="T12" fmla="+- 0 8969 7177"/>
                <a:gd name="T13" fmla="*/ T12 w 1792"/>
                <a:gd name="T14" fmla="+- 0 2383 1188"/>
                <a:gd name="T15" fmla="*/ 2383 h 1792"/>
                <a:gd name="T16" fmla="+- 0 7774 7177"/>
                <a:gd name="T17" fmla="*/ T16 w 1792"/>
                <a:gd name="T18" fmla="+- 0 1188 1188"/>
                <a:gd name="T19" fmla="*/ 1188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7" y="0"/>
                  </a:moveTo>
                  <a:lnTo>
                    <a:pt x="0" y="598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14" name="Figura a mano libera 8">
              <a:extLst>
                <a:ext uri="{FF2B5EF4-FFF2-40B4-BE49-F238E27FC236}">
                  <a16:creationId xmlns:a16="http://schemas.microsoft.com/office/drawing/2014/main" id="{C6197B87-4F65-7981-9463-84830CD3687F}"/>
                </a:ext>
              </a:extLst>
            </p:cNvPr>
            <p:cNvSpPr>
              <a:spLocks/>
            </p:cNvSpPr>
            <p:nvPr/>
          </p:nvSpPr>
          <p:spPr bwMode="auto">
            <a:xfrm>
              <a:off x="8555590" y="1"/>
              <a:ext cx="1457754" cy="729520"/>
            </a:xfrm>
            <a:custGeom>
              <a:avLst/>
              <a:gdLst>
                <a:gd name="T0" fmla="+- 0 10158 8975"/>
                <a:gd name="T1" fmla="*/ T0 w 1183"/>
                <a:gd name="T2" fmla="*/ 0 h 592"/>
                <a:gd name="T3" fmla="+- 0 8975 8975"/>
                <a:gd name="T4" fmla="*/ T3 w 1183"/>
                <a:gd name="T5" fmla="*/ 0 h 592"/>
                <a:gd name="T6" fmla="+- 0 9566 8975"/>
                <a:gd name="T7" fmla="*/ T6 w 1183"/>
                <a:gd name="T8" fmla="*/ 591 h 592"/>
                <a:gd name="T9" fmla="+- 0 10158 8975"/>
                <a:gd name="T10" fmla="*/ T9 w 1183"/>
                <a:gd name="T11" fmla="*/ 0 h 592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</a:cxnLst>
              <a:rect l="0" t="0" r="r" b="b"/>
              <a:pathLst>
                <a:path w="1183" h="592">
                  <a:moveTo>
                    <a:pt x="1183" y="0"/>
                  </a:moveTo>
                  <a:lnTo>
                    <a:pt x="0" y="0"/>
                  </a:lnTo>
                  <a:lnTo>
                    <a:pt x="591" y="591"/>
                  </a:lnTo>
                  <a:lnTo>
                    <a:pt x="118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18" name="Figura a mano libera 9">
              <a:extLst>
                <a:ext uri="{FF2B5EF4-FFF2-40B4-BE49-F238E27FC236}">
                  <a16:creationId xmlns:a16="http://schemas.microsoft.com/office/drawing/2014/main" id="{86AA517C-7217-D864-B7E7-40984A2880DB}"/>
                </a:ext>
              </a:extLst>
            </p:cNvPr>
            <p:cNvSpPr>
              <a:spLocks/>
            </p:cNvSpPr>
            <p:nvPr/>
          </p:nvSpPr>
          <p:spPr bwMode="auto">
            <a:xfrm>
              <a:off x="7076887" y="728289"/>
              <a:ext cx="2208196" cy="2208277"/>
            </a:xfrm>
            <a:custGeom>
              <a:avLst/>
              <a:gdLst>
                <a:gd name="T0" fmla="+- 0 8372 7774"/>
                <a:gd name="T1" fmla="*/ T0 w 1792"/>
                <a:gd name="T2" fmla="+- 0 591 591"/>
                <a:gd name="T3" fmla="*/ 591 h 1792"/>
                <a:gd name="T4" fmla="+- 0 7774 7774"/>
                <a:gd name="T5" fmla="*/ T4 w 1792"/>
                <a:gd name="T6" fmla="+- 0 1188 591"/>
                <a:gd name="T7" fmla="*/ 1188 h 1792"/>
                <a:gd name="T8" fmla="+- 0 8969 7774"/>
                <a:gd name="T9" fmla="*/ T8 w 1792"/>
                <a:gd name="T10" fmla="+- 0 2383 591"/>
                <a:gd name="T11" fmla="*/ 2383 h 1792"/>
                <a:gd name="T12" fmla="+- 0 9566 7774"/>
                <a:gd name="T13" fmla="*/ T12 w 1792"/>
                <a:gd name="T14" fmla="+- 0 1786 591"/>
                <a:gd name="T15" fmla="*/ 1786 h 1792"/>
                <a:gd name="T16" fmla="+- 0 8372 7774"/>
                <a:gd name="T17" fmla="*/ T16 w 1792"/>
                <a:gd name="T18" fmla="+- 0 591 591"/>
                <a:gd name="T19" fmla="*/ 591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8" y="0"/>
                  </a:moveTo>
                  <a:lnTo>
                    <a:pt x="0" y="597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8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19" name="Figura a mano libera 10">
              <a:extLst>
                <a:ext uri="{FF2B5EF4-FFF2-40B4-BE49-F238E27FC236}">
                  <a16:creationId xmlns:a16="http://schemas.microsoft.com/office/drawing/2014/main" id="{524013C6-491C-CAA2-5BD6-7C73596711CC}"/>
                </a:ext>
              </a:extLst>
            </p:cNvPr>
            <p:cNvSpPr>
              <a:spLocks/>
            </p:cNvSpPr>
            <p:nvPr/>
          </p:nvSpPr>
          <p:spPr bwMode="auto">
            <a:xfrm>
              <a:off x="9285083" y="728289"/>
              <a:ext cx="2943850" cy="2943958"/>
            </a:xfrm>
            <a:custGeom>
              <a:avLst/>
              <a:gdLst>
                <a:gd name="T0" fmla="+- 0 11955 9566"/>
                <a:gd name="T1" fmla="*/ T0 w 2389"/>
                <a:gd name="T2" fmla="+- 0 1786 591"/>
                <a:gd name="T3" fmla="*/ 1786 h 2389"/>
                <a:gd name="T4" fmla="+- 0 10760 9566"/>
                <a:gd name="T5" fmla="*/ T4 w 2389"/>
                <a:gd name="T6" fmla="+- 0 591 591"/>
                <a:gd name="T7" fmla="*/ 591 h 2389"/>
                <a:gd name="T8" fmla="+- 0 9566 9566"/>
                <a:gd name="T9" fmla="*/ T8 w 2389"/>
                <a:gd name="T10" fmla="+- 0 1786 591"/>
                <a:gd name="T11" fmla="*/ 1786 h 2389"/>
                <a:gd name="T12" fmla="+- 0 10760 9566"/>
                <a:gd name="T13" fmla="*/ T12 w 2389"/>
                <a:gd name="T14" fmla="+- 0 2980 591"/>
                <a:gd name="T15" fmla="*/ 2980 h 2389"/>
                <a:gd name="T16" fmla="+- 0 11955 9566"/>
                <a:gd name="T17" fmla="*/ T16 w 2389"/>
                <a:gd name="T18" fmla="+- 0 1786 591"/>
                <a:gd name="T19" fmla="*/ 1786 h 2389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2389" h="2389">
                  <a:moveTo>
                    <a:pt x="2389" y="1195"/>
                  </a:moveTo>
                  <a:lnTo>
                    <a:pt x="1194" y="0"/>
                  </a:lnTo>
                  <a:lnTo>
                    <a:pt x="0" y="1195"/>
                  </a:lnTo>
                  <a:lnTo>
                    <a:pt x="1194" y="2389"/>
                  </a:lnTo>
                  <a:lnTo>
                    <a:pt x="2389" y="1195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</p:grpSp>
      <p:sp>
        <p:nvSpPr>
          <p:cNvPr id="16" name="Titolo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18885" y="3499667"/>
            <a:ext cx="4939666" cy="2542810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it-IT" sz="4400" b="1" i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it-IT"/>
              <a:t>Fare clic per inserire il titolo </a:t>
            </a:r>
          </a:p>
        </p:txBody>
      </p:sp>
      <p:cxnSp>
        <p:nvCxnSpPr>
          <p:cNvPr id="4" name="Connettore diritto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47460" y="631317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Segnaposto contenuto 5">
            <a:extLst>
              <a:ext uri="{FF2B5EF4-FFF2-40B4-BE49-F238E27FC236}">
                <a16:creationId xmlns:a16="http://schemas.microsoft.com/office/drawing/2014/main" id="{8007FA9C-C4D5-89EC-C457-5F329A338E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03885" y="457201"/>
            <a:ext cx="5198269" cy="2305050"/>
          </a:xfrm>
        </p:spPr>
        <p:txBody>
          <a:bodyPr lIns="0" tIns="274320" rtlCol="0">
            <a:normAutofit/>
          </a:bodyPr>
          <a:lstStyle>
            <a:lvl1pPr marL="457200" indent="-457200">
              <a:spcBef>
                <a:spcPts val="1800"/>
              </a:spcBef>
              <a:buFont typeface="+mj-lt"/>
              <a:buAutoNum type="arabicPeriod"/>
              <a:defRPr lang="it-IT" sz="2000"/>
            </a:lvl1pPr>
            <a:lvl2pPr marL="914400" indent="-457200">
              <a:spcBef>
                <a:spcPts val="1800"/>
              </a:spcBef>
              <a:buFont typeface="+mj-lt"/>
              <a:buAutoNum type="alphaLcPeriod"/>
              <a:defRPr lang="it-IT" sz="2000"/>
            </a:lvl2pPr>
            <a:lvl3pPr marL="1371600" indent="-457200">
              <a:spcBef>
                <a:spcPts val="1800"/>
              </a:spcBef>
              <a:buFont typeface="+mj-lt"/>
              <a:buAutoNum type="arabicParenR"/>
              <a:defRPr lang="it-IT" sz="2000"/>
            </a:lvl3pPr>
            <a:lvl4pPr marL="1371600" indent="0">
              <a:spcBef>
                <a:spcPts val="1800"/>
              </a:spcBef>
              <a:buFont typeface="+mj-lt"/>
              <a:buNone/>
              <a:defRPr lang="it-IT" sz="2000"/>
            </a:lvl4pPr>
            <a:lvl5pPr marL="2286000" indent="-457200">
              <a:spcBef>
                <a:spcPts val="1800"/>
              </a:spcBef>
              <a:buFont typeface="+mj-lt"/>
              <a:buAutoNum type="arabicPeriod"/>
              <a:defRPr lang="it-IT" sz="2000"/>
            </a:lvl5pPr>
          </a:lstStyle>
          <a:p>
            <a:pPr lvl="0" rtl="0"/>
            <a:r>
              <a:rPr lang="it-IT"/>
              <a:t>Fai clic per aggiungere contenuto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endParaRPr lang="it-IT" dirty="0"/>
          </a:p>
        </p:txBody>
      </p:sp>
      <p:sp>
        <p:nvSpPr>
          <p:cNvPr id="2" name="Segnaposto contenuto 5">
            <a:extLst>
              <a:ext uri="{FF2B5EF4-FFF2-40B4-BE49-F238E27FC236}">
                <a16:creationId xmlns:a16="http://schemas.microsoft.com/office/drawing/2014/main" id="{3AC171DA-232D-44C1-6B93-40BACB298F4B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94360" y="2810595"/>
            <a:ext cx="5198269" cy="3319513"/>
          </a:xfrm>
        </p:spPr>
        <p:txBody>
          <a:bodyPr lIns="0" tIns="45720" rIns="0" bIns="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it-IT" sz="2000"/>
            </a:lvl1pPr>
            <a:lvl2pPr marL="283464" indent="-283464">
              <a:spcBef>
                <a:spcPts val="1800"/>
              </a:spcBef>
              <a:defRPr lang="it-IT" sz="2000"/>
            </a:lvl2pPr>
            <a:lvl3pPr marL="548640" indent="-283464">
              <a:spcBef>
                <a:spcPts val="1800"/>
              </a:spcBef>
              <a:defRPr lang="it-IT" sz="2000"/>
            </a:lvl3pPr>
            <a:lvl4pPr marL="822960" indent="-283464">
              <a:spcBef>
                <a:spcPts val="1800"/>
              </a:spcBef>
              <a:defRPr lang="it-IT" sz="2000"/>
            </a:lvl4pPr>
            <a:lvl5pPr marL="1005840" indent="-283464">
              <a:spcBef>
                <a:spcPts val="1800"/>
              </a:spcBef>
              <a:defRPr lang="it-IT" sz="2000"/>
            </a:lvl5pPr>
          </a:lstStyle>
          <a:p>
            <a:pPr lvl="0" rtl="0"/>
            <a:r>
              <a:rPr lang="it-IT"/>
              <a:t>Fai clic per aggiungere contenuto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10" name="Segnaposto numero diapositiva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294A09A9-5501-47C1-A89A-A340965A2BE2}" type="slidenum">
              <a:rPr lang="it-IT" smtClean="0"/>
              <a:pPr/>
              <a:t>‹N›</a:t>
            </a:fld>
            <a:endParaRPr lang="it-IT" dirty="0">
              <a:latin typeface="+mn-lt"/>
            </a:endParaRPr>
          </a:p>
        </p:txBody>
      </p:sp>
      <p:sp>
        <p:nvSpPr>
          <p:cNvPr id="8" name="Segnaposto data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5546068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to titolo e immagin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olo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5310" y="278129"/>
            <a:ext cx="5063490" cy="2354026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it-IT" sz="4400" b="1" i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it-IT"/>
              <a:t>Fare clic per inserire il titolo </a:t>
            </a:r>
          </a:p>
        </p:txBody>
      </p:sp>
      <p:sp>
        <p:nvSpPr>
          <p:cNvPr id="3" name="Segnaposto contenuto 5">
            <a:extLst>
              <a:ext uri="{FF2B5EF4-FFF2-40B4-BE49-F238E27FC236}">
                <a16:creationId xmlns:a16="http://schemas.microsoft.com/office/drawing/2014/main" id="{1EF4505D-6803-3813-7738-049963427819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4360" y="3279579"/>
            <a:ext cx="5044440" cy="2994415"/>
          </a:xfrm>
        </p:spPr>
        <p:txBody>
          <a:bodyPr lIns="0" tIns="228600" rIns="0" bIns="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it-IT" sz="2000"/>
            </a:lvl1pPr>
            <a:lvl2pPr indent="-283464">
              <a:spcBef>
                <a:spcPts val="1800"/>
              </a:spcBef>
              <a:defRPr lang="it-IT" sz="2000"/>
            </a:lvl2pPr>
            <a:lvl3pPr indent="-283464">
              <a:spcBef>
                <a:spcPts val="1800"/>
              </a:spcBef>
              <a:defRPr lang="it-IT" sz="2000"/>
            </a:lvl3pPr>
            <a:lvl4pPr indent="-283464">
              <a:spcBef>
                <a:spcPts val="1800"/>
              </a:spcBef>
              <a:defRPr lang="it-IT" sz="2000"/>
            </a:lvl4pPr>
            <a:lvl5pPr indent="-283464">
              <a:spcBef>
                <a:spcPts val="1800"/>
              </a:spcBef>
              <a:defRPr lang="it-IT" sz="2000"/>
            </a:lvl5pPr>
          </a:lstStyle>
          <a:p>
            <a:pPr lvl="0" rtl="0"/>
            <a:r>
              <a:rPr lang="it-IT"/>
              <a:t>Fai clic per aggiungere contenuto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cxnSp>
        <p:nvCxnSpPr>
          <p:cNvPr id="4" name="Connettore diritto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997459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Segnaposto immagine 11">
            <a:extLst>
              <a:ext uri="{FF2B5EF4-FFF2-40B4-BE49-F238E27FC236}">
                <a16:creationId xmlns:a16="http://schemas.microsoft.com/office/drawing/2014/main" id="{4658637A-5D36-6127-19BC-C203E23FA49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096000" y="0"/>
            <a:ext cx="6118225" cy="6858000"/>
          </a:xfrm>
        </p:spPr>
        <p:txBody>
          <a:bodyPr rtlCol="0">
            <a:normAutofit/>
          </a:bodyPr>
          <a:lstStyle>
            <a:lvl1pPr marL="0" indent="0" algn="ctr">
              <a:buNone/>
              <a:defRPr lang="it-IT" sz="2000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Fare clic sull'icona per inserire un'immagine</a:t>
            </a:r>
          </a:p>
        </p:txBody>
      </p:sp>
      <p:sp>
        <p:nvSpPr>
          <p:cNvPr id="10" name="Segnaposto numero diapositiva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294A09A9-5501-47C1-A89A-A340965A2BE2}" type="slidenum">
              <a:rPr lang="it-IT" smtClean="0"/>
              <a:pPr/>
              <a:t>‹N›</a:t>
            </a:fld>
            <a:endParaRPr lang="it-IT" dirty="0">
              <a:latin typeface="+mn-lt"/>
            </a:endParaRPr>
          </a:p>
        </p:txBody>
      </p:sp>
      <p:sp>
        <p:nvSpPr>
          <p:cNvPr id="8" name="Segnaposto data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4293197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to del titolo e tabella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uppo 4">
            <a:extLst>
              <a:ext uri="{FF2B5EF4-FFF2-40B4-BE49-F238E27FC236}">
                <a16:creationId xmlns:a16="http://schemas.microsoft.com/office/drawing/2014/main" id="{CF555767-B3D8-BD57-1D42-7F6E1E6689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9" name="Figura a mano libera 13">
              <a:extLst>
                <a:ext uri="{FF2B5EF4-FFF2-40B4-BE49-F238E27FC236}">
                  <a16:creationId xmlns:a16="http://schemas.microsoft.com/office/drawing/2014/main" id="{BC972B6D-098C-52F6-E990-52623B368FB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15" name="Figura a mano libera 14">
              <a:extLst>
                <a:ext uri="{FF2B5EF4-FFF2-40B4-BE49-F238E27FC236}">
                  <a16:creationId xmlns:a16="http://schemas.microsoft.com/office/drawing/2014/main" id="{3F0D3EE3-9A8C-531D-1EEE-1AFAB9F3BCAE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17" name="Figura a mano libera 15">
              <a:extLst>
                <a:ext uri="{FF2B5EF4-FFF2-40B4-BE49-F238E27FC236}">
                  <a16:creationId xmlns:a16="http://schemas.microsoft.com/office/drawing/2014/main" id="{A2BE192C-1768-890B-EC1B-5ED6E1F82590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</p:grpSp>
      <p:sp>
        <p:nvSpPr>
          <p:cNvPr id="16" name="Titolo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61409" y="4661717"/>
            <a:ext cx="7936230" cy="1380760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it-IT" sz="4400" b="1" i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it-IT"/>
              <a:t>Fare clic per inserire il titolo </a:t>
            </a:r>
          </a:p>
        </p:txBody>
      </p:sp>
      <p:cxnSp>
        <p:nvCxnSpPr>
          <p:cNvPr id="4" name="Connettore diritto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670935" y="631317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Segnaposto contenuto 5">
            <a:extLst>
              <a:ext uri="{FF2B5EF4-FFF2-40B4-BE49-F238E27FC236}">
                <a16:creationId xmlns:a16="http://schemas.microsoft.com/office/drawing/2014/main" id="{8007FA9C-C4D5-89EC-C457-5F329A338E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03885" y="584005"/>
            <a:ext cx="2825115" cy="3999060"/>
          </a:xfrm>
        </p:spPr>
        <p:txBody>
          <a:bodyPr lIns="0" tIns="27432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it-IT" sz="2000"/>
            </a:lvl1pPr>
            <a:lvl2pPr marL="457200" indent="0">
              <a:spcBef>
                <a:spcPts val="1800"/>
              </a:spcBef>
              <a:buNone/>
              <a:defRPr lang="it-IT" sz="2000"/>
            </a:lvl2pPr>
            <a:lvl3pPr marL="914400" indent="0">
              <a:spcBef>
                <a:spcPts val="1800"/>
              </a:spcBef>
              <a:buNone/>
              <a:defRPr lang="it-IT" sz="2000"/>
            </a:lvl3pPr>
            <a:lvl4pPr marL="1371600" indent="0">
              <a:spcBef>
                <a:spcPts val="1800"/>
              </a:spcBef>
              <a:buNone/>
              <a:defRPr lang="it-IT" sz="2000"/>
            </a:lvl4pPr>
            <a:lvl5pPr marL="1828800" indent="0">
              <a:spcBef>
                <a:spcPts val="1800"/>
              </a:spcBef>
              <a:buNone/>
              <a:defRPr lang="it-IT" sz="2000"/>
            </a:lvl5pPr>
          </a:lstStyle>
          <a:p>
            <a:pPr lvl="0" rtl="0"/>
            <a:r>
              <a:rPr lang="it-IT"/>
              <a:t>Fai clic per aggiungere contenuto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5BCAAA28-C292-C527-AD35-90836B8BB97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670934" y="584005"/>
            <a:ext cx="7926705" cy="3999060"/>
          </a:xfrm>
        </p:spPr>
        <p:txBody>
          <a:bodyPr lIns="0" rtlCol="0">
            <a:normAutofit/>
          </a:bodyPr>
          <a:lstStyle>
            <a:lvl1pPr marL="0" indent="0">
              <a:spcBef>
                <a:spcPts val="1800"/>
              </a:spcBef>
              <a:buNone/>
              <a:defRPr lang="it-IT" sz="2000"/>
            </a:lvl1pPr>
            <a:lvl2pPr>
              <a:spcBef>
                <a:spcPts val="600"/>
              </a:spcBef>
              <a:defRPr lang="it-IT" sz="2000"/>
            </a:lvl2pPr>
            <a:lvl3pPr>
              <a:spcBef>
                <a:spcPts val="1800"/>
              </a:spcBef>
              <a:defRPr lang="it-IT" sz="2000"/>
            </a:lvl3pPr>
            <a:lvl4pPr>
              <a:spcBef>
                <a:spcPts val="1800"/>
              </a:spcBef>
              <a:defRPr lang="it-IT" sz="2000"/>
            </a:lvl4pPr>
            <a:lvl5pPr>
              <a:spcBef>
                <a:spcPts val="1800"/>
              </a:spcBef>
              <a:defRPr lang="it-IT" sz="2000"/>
            </a:lvl5pPr>
          </a:lstStyle>
          <a:p>
            <a:pPr lvl="0" rtl="0"/>
            <a:r>
              <a:rPr lang="it-IT"/>
              <a:t>Fai clic per aggiungere contenuto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10" name="Segnaposto numero diapositiva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294A09A9-5501-47C1-A89A-A340965A2BE2}" type="slidenum">
              <a:rPr lang="it-IT" smtClean="0"/>
              <a:pPr/>
              <a:t>‹N›</a:t>
            </a:fld>
            <a:endParaRPr lang="it-IT" dirty="0">
              <a:latin typeface="+mn-lt"/>
            </a:endParaRPr>
          </a:p>
        </p:txBody>
      </p:sp>
      <p:sp>
        <p:nvSpPr>
          <p:cNvPr id="8" name="Segnaposto data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2443291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e due contenuti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o 10">
            <a:extLst>
              <a:ext uri="{FF2B5EF4-FFF2-40B4-BE49-F238E27FC236}">
                <a16:creationId xmlns:a16="http://schemas.microsoft.com/office/drawing/2014/main" id="{C97D5AF2-684A-4A8D-3D82-B57D7AC446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0800000">
            <a:off x="8870040" y="0"/>
            <a:ext cx="3325208" cy="3325208"/>
            <a:chOff x="0" y="12289"/>
            <a:chExt cx="3550" cy="3551"/>
          </a:xfrm>
        </p:grpSpPr>
        <p:sp>
          <p:nvSpPr>
            <p:cNvPr id="12" name="Figura a mano libera 4">
              <a:extLst>
                <a:ext uri="{FF2B5EF4-FFF2-40B4-BE49-F238E27FC236}">
                  <a16:creationId xmlns:a16="http://schemas.microsoft.com/office/drawing/2014/main" id="{8CF5F650-F8F0-F4FE-44DA-1F14ADE428B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13" name="Figura a mano libera 5">
              <a:extLst>
                <a:ext uri="{FF2B5EF4-FFF2-40B4-BE49-F238E27FC236}">
                  <a16:creationId xmlns:a16="http://schemas.microsoft.com/office/drawing/2014/main" id="{18870924-E47D-404F-59B5-BD1C58F7B04C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14" name="Figura a mano libera 7">
              <a:extLst>
                <a:ext uri="{FF2B5EF4-FFF2-40B4-BE49-F238E27FC236}">
                  <a16:creationId xmlns:a16="http://schemas.microsoft.com/office/drawing/2014/main" id="{80806A65-E4FC-2F52-65B3-CC181E620C29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</p:grpSp>
      <p:sp>
        <p:nvSpPr>
          <p:cNvPr id="16" name="Titolo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98408"/>
            <a:ext cx="10972800" cy="1574317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it-IT" sz="4400" b="1" i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it-IT"/>
              <a:t>Fare clic per inserire il titolo </a:t>
            </a:r>
          </a:p>
        </p:txBody>
      </p:sp>
      <p:cxnSp>
        <p:nvCxnSpPr>
          <p:cNvPr id="4" name="Connettore diritto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5BCAAA28-C292-C527-AD35-90836B8BB97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5523" y="2676525"/>
            <a:ext cx="5746750" cy="3597470"/>
          </a:xfrm>
        </p:spPr>
        <p:txBody>
          <a:bodyPr lIns="0" rtlCol="0">
            <a:normAutofit/>
          </a:bodyPr>
          <a:lstStyle>
            <a:lvl1pPr marL="0" indent="0">
              <a:spcBef>
                <a:spcPts val="1800"/>
              </a:spcBef>
              <a:buNone/>
              <a:defRPr lang="it-IT" sz="2000"/>
            </a:lvl1pPr>
            <a:lvl2pPr>
              <a:spcBef>
                <a:spcPts val="600"/>
              </a:spcBef>
              <a:defRPr lang="it-IT" sz="2000"/>
            </a:lvl2pPr>
            <a:lvl3pPr>
              <a:spcBef>
                <a:spcPts val="1800"/>
              </a:spcBef>
              <a:defRPr lang="it-IT" sz="2000"/>
            </a:lvl3pPr>
            <a:lvl4pPr>
              <a:spcBef>
                <a:spcPts val="1800"/>
              </a:spcBef>
              <a:defRPr lang="it-IT" sz="2000"/>
            </a:lvl4pPr>
            <a:lvl5pPr>
              <a:spcBef>
                <a:spcPts val="1800"/>
              </a:spcBef>
              <a:defRPr lang="it-IT" sz="2000"/>
            </a:lvl5pPr>
          </a:lstStyle>
          <a:p>
            <a:pPr lvl="0" rtl="0"/>
            <a:r>
              <a:rPr lang="it-IT"/>
              <a:t>Fai clic per aggiungere contenuto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7" name="Segnaposto contenuto 5">
            <a:extLst>
              <a:ext uri="{FF2B5EF4-FFF2-40B4-BE49-F238E27FC236}">
                <a16:creationId xmlns:a16="http://schemas.microsoft.com/office/drawing/2014/main" id="{8007FA9C-C4D5-89EC-C457-5F329A338E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7620000" y="2676525"/>
            <a:ext cx="3947160" cy="3597470"/>
          </a:xfrm>
        </p:spPr>
        <p:txBody>
          <a:bodyPr lIns="0" rtlCol="0">
            <a:normAutofit/>
          </a:bodyPr>
          <a:lstStyle>
            <a:lvl1pPr marL="342900" indent="-342900">
              <a:spcBef>
                <a:spcPts val="1800"/>
              </a:spcBef>
              <a:buFont typeface="Arial" panose="020B0604020202020204" pitchFamily="34" charset="0"/>
              <a:buChar char="•"/>
              <a:defRPr lang="it-IT" sz="2000"/>
            </a:lvl1pPr>
            <a:lvl2pPr>
              <a:spcBef>
                <a:spcPts val="1800"/>
              </a:spcBef>
              <a:defRPr lang="it-IT" sz="2000"/>
            </a:lvl2pPr>
            <a:lvl3pPr>
              <a:spcBef>
                <a:spcPts val="1800"/>
              </a:spcBef>
              <a:defRPr lang="it-IT" sz="2000"/>
            </a:lvl3pPr>
            <a:lvl4pPr>
              <a:spcBef>
                <a:spcPts val="1800"/>
              </a:spcBef>
              <a:defRPr lang="it-IT" sz="2000"/>
            </a:lvl4pPr>
            <a:lvl5pPr>
              <a:spcBef>
                <a:spcPts val="1800"/>
              </a:spcBef>
              <a:defRPr lang="it-IT" sz="2000"/>
            </a:lvl5pPr>
          </a:lstStyle>
          <a:p>
            <a:pPr lvl="0" rtl="0"/>
            <a:r>
              <a:rPr lang="it-IT"/>
              <a:t>Fai clic per aggiungere contenuto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8" name="Segnaposto data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>
              <a:latin typeface="+mn-lt"/>
            </a:endParaRPr>
          </a:p>
        </p:txBody>
      </p:sp>
      <p:sp>
        <p:nvSpPr>
          <p:cNvPr id="10" name="Segnaposto numero diapositiva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294A09A9-5501-47C1-A89A-A340965A2BE2}" type="slidenum">
              <a:rPr lang="it-IT" smtClean="0"/>
              <a:pPr/>
              <a:t>‹N›</a:t>
            </a:fld>
            <a:endParaRPr lang="it-IT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6497447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la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olo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202400"/>
            <a:ext cx="10972800" cy="1570325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it-IT" sz="4400" b="1" i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it-IT"/>
              <a:t>Fare clic per inserire il titolo </a:t>
            </a:r>
          </a:p>
        </p:txBody>
      </p:sp>
      <p:sp>
        <p:nvSpPr>
          <p:cNvPr id="9" name="Segnaposto tabella 2">
            <a:extLst>
              <a:ext uri="{FF2B5EF4-FFF2-40B4-BE49-F238E27FC236}">
                <a16:creationId xmlns:a16="http://schemas.microsoft.com/office/drawing/2014/main" id="{1506B022-475A-6647-98FF-D5C319A0C7C4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94360" y="2628629"/>
            <a:ext cx="10972800" cy="3636740"/>
          </a:xfrm>
        </p:spPr>
        <p:txBody>
          <a:bodyPr rtlCol="0">
            <a:noAutofit/>
          </a:bodyPr>
          <a:lstStyle>
            <a:lvl1pPr>
              <a:defRPr lang="it-IT"/>
            </a:lvl1pPr>
          </a:lstStyle>
          <a:p>
            <a:pPr rtl="0"/>
            <a:r>
              <a:rPr lang="it-IT"/>
              <a:t>Fare clic sull'icona per inserire una tabella</a:t>
            </a:r>
          </a:p>
        </p:txBody>
      </p:sp>
      <p:sp>
        <p:nvSpPr>
          <p:cNvPr id="10" name="Segnaposto numero diapositiva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294A09A9-5501-47C1-A89A-A340965A2BE2}" type="slidenum">
              <a:rPr lang="it-IT" smtClean="0"/>
              <a:pPr/>
              <a:t>‹N›</a:t>
            </a:fld>
            <a:endParaRPr lang="it-IT" dirty="0">
              <a:latin typeface="+mn-lt"/>
            </a:endParaRPr>
          </a:p>
        </p:txBody>
      </p:sp>
      <p:sp>
        <p:nvSpPr>
          <p:cNvPr id="8" name="Segnaposto data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>
              <a:latin typeface="+mn-lt"/>
            </a:endParaRPr>
          </a:p>
        </p:txBody>
      </p:sp>
      <p:cxnSp>
        <p:nvCxnSpPr>
          <p:cNvPr id="4" name="Connettore diritto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4109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4360" y="411479"/>
            <a:ext cx="5486400" cy="3291840"/>
          </a:xfrm>
          <a:prstGeom prst="rect">
            <a:avLst/>
          </a:prstGeom>
        </p:spPr>
        <p:txBody>
          <a:bodyPr lIns="0" tIns="0" rIns="0" bIns="0" rtlCol="0" anchor="b">
            <a:noAutofit/>
          </a:bodyPr>
          <a:lstStyle>
            <a:lvl1pPr algn="l">
              <a:lnSpc>
                <a:spcPct val="80000"/>
              </a:lnSpc>
              <a:defRPr lang="it-IT" sz="6000" b="1" i="0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it-IT"/>
              <a:t>Fare clic per inserire il titolo </a:t>
            </a:r>
          </a:p>
        </p:txBody>
      </p:sp>
      <p:grpSp>
        <p:nvGrpSpPr>
          <p:cNvPr id="9" name="Gruppo 8">
            <a:extLst>
              <a:ext uri="{FF2B5EF4-FFF2-40B4-BE49-F238E27FC236}">
                <a16:creationId xmlns:a16="http://schemas.microsoft.com/office/drawing/2014/main" id="{C26C18C3-ED25-DD4B-BA72-24932D54D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flipH="1" flipV="1">
            <a:off x="6092752" y="0"/>
            <a:ext cx="6099248" cy="6099248"/>
            <a:chOff x="0" y="12289"/>
            <a:chExt cx="3550" cy="3551"/>
          </a:xfrm>
        </p:grpSpPr>
        <p:sp>
          <p:nvSpPr>
            <p:cNvPr id="10" name="Figura a mano libera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11" name="Figura a mano libera 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12" name="Figura a mano libera 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</p:grpSp>
      <p:sp>
        <p:nvSpPr>
          <p:cNvPr id="18" name="Segnaposto testo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94360" y="4549552"/>
            <a:ext cx="5486400" cy="1645920"/>
          </a:xfrm>
        </p:spPr>
        <p:txBody>
          <a:bodyPr lIns="0" tIns="0" rIns="0" bIns="0" rtlCol="0">
            <a:noAutofit/>
          </a:bodyPr>
          <a:lstStyle>
            <a:lvl1pPr marL="0" indent="0">
              <a:buNone/>
              <a:defRPr lang="it-IT" sz="2400" b="1" i="0">
                <a:solidFill>
                  <a:schemeClr val="tx2">
                    <a:lumMod val="75000"/>
                  </a:schemeClr>
                </a:solidFill>
                <a:latin typeface="+mn-lt"/>
              </a:defRPr>
            </a:lvl1pPr>
            <a:lvl2pPr>
              <a:defRPr lang="it-IT" sz="4000"/>
            </a:lvl2pPr>
            <a:lvl3pPr>
              <a:defRPr lang="it-IT" sz="4000"/>
            </a:lvl3pPr>
            <a:lvl4pPr>
              <a:defRPr lang="it-IT" sz="4000"/>
            </a:lvl4pPr>
            <a:lvl5pPr>
              <a:defRPr lang="it-IT" sz="4000"/>
            </a:lvl5pPr>
          </a:lstStyle>
          <a:p>
            <a:pPr lvl="0" rtl="0"/>
            <a:r>
              <a:rPr lang="it-IT"/>
              <a:t>Fare clic per inserire il testo</a:t>
            </a:r>
          </a:p>
        </p:txBody>
      </p:sp>
      <p:cxnSp>
        <p:nvCxnSpPr>
          <p:cNvPr id="4" name="Connettore diritto 3">
            <a:extLst>
              <a:ext uri="{FF2B5EF4-FFF2-40B4-BE49-F238E27FC236}">
                <a16:creationId xmlns:a16="http://schemas.microsoft.com/office/drawing/2014/main" id="{58B149C6-5AAC-B8E5-5411-EA38821F67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92738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8EED84C6-50E6-6C43-8031-AFF6268E0C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4360" y="1825625"/>
            <a:ext cx="1038225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it-IT"/>
            </a:defPPr>
          </a:lstStyle>
          <a:p>
            <a:pPr lvl="0" rtl="0"/>
            <a:r>
              <a:rPr lang="it-IT"/>
              <a:t>Fare clic per modificare lo stile del titolo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12" name="Segnaposto titolo 11">
            <a:extLst>
              <a:ext uri="{FF2B5EF4-FFF2-40B4-BE49-F238E27FC236}">
                <a16:creationId xmlns:a16="http://schemas.microsoft.com/office/drawing/2014/main" id="{D41FC0AE-253D-D242-9C88-017078F8A2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365125"/>
            <a:ext cx="104013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it-IT"/>
            </a:defPPr>
          </a:lstStyle>
          <a:p>
            <a:pPr rtl="0"/>
            <a:r>
              <a:rPr lang="it-IT"/>
              <a:t>Fare clic per modificare lo stile del titolo</a:t>
            </a:r>
          </a:p>
        </p:txBody>
      </p:sp>
      <p:sp>
        <p:nvSpPr>
          <p:cNvPr id="30" name="Segnaposto data 3">
            <a:extLst>
              <a:ext uri="{FF2B5EF4-FFF2-40B4-BE49-F238E27FC236}">
                <a16:creationId xmlns:a16="http://schemas.microsoft.com/office/drawing/2014/main" id="{EF47083A-6D76-4B4D-87CA-E08E212F78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133648" y="6332220"/>
            <a:ext cx="1313180" cy="247651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lang="it-IT" sz="1100" b="0" i="0">
                <a:solidFill>
                  <a:schemeClr val="bg1"/>
                </a:solidFill>
                <a:latin typeface="+mn-lt"/>
              </a:defRPr>
            </a:lvl1pPr>
          </a:lstStyle>
          <a:p>
            <a:pPr rtl="0"/>
            <a:endParaRPr lang="it-IT" dirty="0">
              <a:latin typeface="+mn-lt"/>
            </a:endParaRPr>
          </a:p>
        </p:txBody>
      </p:sp>
      <p:sp>
        <p:nvSpPr>
          <p:cNvPr id="32" name="Segnaposto numero diapositiva 5">
            <a:extLst>
              <a:ext uri="{FF2B5EF4-FFF2-40B4-BE49-F238E27FC236}">
                <a16:creationId xmlns:a16="http://schemas.microsoft.com/office/drawing/2014/main" id="{C8ADA0DF-3751-9A48-8A21-59F01C782D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94360" y="6332220"/>
            <a:ext cx="523240" cy="247651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lang="it-IT" sz="1100" b="1" i="0">
                <a:solidFill>
                  <a:schemeClr val="bg1"/>
                </a:solidFill>
                <a:latin typeface="+mn-lt"/>
              </a:defRPr>
            </a:lvl1pPr>
          </a:lstStyle>
          <a:p>
            <a:pPr rtl="0"/>
            <a:fld id="{294A09A9-5501-47C1-A89A-A340965A2BE2}" type="slidenum">
              <a:rPr lang="it-IT" smtClean="0"/>
              <a:pPr/>
              <a:t>‹N›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51589224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1" r:id="rId1"/>
    <p:sldLayoutId id="2147483698" r:id="rId2"/>
    <p:sldLayoutId id="2147483710" r:id="rId3"/>
    <p:sldLayoutId id="2147483700" r:id="rId4"/>
    <p:sldLayoutId id="2147483701" r:id="rId5"/>
    <p:sldLayoutId id="2147483659" r:id="rId6"/>
    <p:sldLayoutId id="2147483709" r:id="rId7"/>
    <p:sldLayoutId id="2147483708" r:id="rId8"/>
    <p:sldLayoutId id="2147483707" r:id="rId9"/>
    <p:sldLayoutId id="2147483706" r:id="rId10"/>
    <p:sldLayoutId id="2147483705" r:id="rId11"/>
    <p:sldLayoutId id="2147483704" r:id="rId12"/>
    <p:sldLayoutId id="2147483703" r:id="rId13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lang="it-IT" sz="4400" b="1" i="0" kern="1200" spc="100" baseline="0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 lang="it-IT">
          <a:solidFill>
            <a:schemeClr val="tx2"/>
          </a:solidFill>
        </a:defRPr>
      </a:lvl2pPr>
      <a:lvl3pPr eaLnBrk="1" hangingPunct="1">
        <a:defRPr lang="it-IT">
          <a:solidFill>
            <a:schemeClr val="tx2"/>
          </a:solidFill>
        </a:defRPr>
      </a:lvl3pPr>
      <a:lvl4pPr eaLnBrk="1" hangingPunct="1">
        <a:defRPr lang="it-IT">
          <a:solidFill>
            <a:schemeClr val="tx2"/>
          </a:solidFill>
        </a:defRPr>
      </a:lvl4pPr>
      <a:lvl5pPr eaLnBrk="1" hangingPunct="1">
        <a:defRPr lang="it-IT">
          <a:solidFill>
            <a:schemeClr val="tx2"/>
          </a:solidFill>
        </a:defRPr>
      </a:lvl5pPr>
      <a:lvl6pPr eaLnBrk="1" hangingPunct="1">
        <a:defRPr lang="it-IT">
          <a:solidFill>
            <a:schemeClr val="tx2"/>
          </a:solidFill>
        </a:defRPr>
      </a:lvl6pPr>
      <a:lvl7pPr eaLnBrk="1" hangingPunct="1">
        <a:defRPr lang="it-IT">
          <a:solidFill>
            <a:schemeClr val="tx2"/>
          </a:solidFill>
        </a:defRPr>
      </a:lvl7pPr>
      <a:lvl8pPr eaLnBrk="1" hangingPunct="1">
        <a:defRPr lang="it-IT">
          <a:solidFill>
            <a:schemeClr val="tx2"/>
          </a:solidFill>
        </a:defRPr>
      </a:lvl8pPr>
      <a:lvl9pPr eaLnBrk="1" hangingPunct="1">
        <a:defRPr lang="it-IT">
          <a:solidFill>
            <a:schemeClr val="tx2"/>
          </a:solidFill>
        </a:defRPr>
      </a:lvl9pPr>
    </p:titleStyle>
    <p:bodyStyle>
      <a:lvl1pPr marL="228600" indent="-283464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it-IT" sz="2800" b="0" i="0" kern="1200">
          <a:solidFill>
            <a:schemeClr val="bg1"/>
          </a:solidFill>
          <a:latin typeface="+mn-lt"/>
          <a:ea typeface="+mn-ea"/>
          <a:cs typeface="+mn-cs"/>
        </a:defRPr>
      </a:lvl1pPr>
      <a:lvl2pPr marL="6858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2400" b="0" i="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2000" b="0" i="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1800" b="0" i="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1800" b="0" i="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  <p15:guide id="3" pos="240">
          <p15:clr>
            <a:srgbClr val="547EBF"/>
          </p15:clr>
        </p15:guide>
        <p15:guide id="4" orient="horz" pos="240">
          <p15:clr>
            <a:srgbClr val="547EBF"/>
          </p15:clr>
        </p15:guide>
        <p15:guide id="5" pos="7440">
          <p15:clr>
            <a:srgbClr val="547EBF"/>
          </p15:clr>
        </p15:guide>
        <p15:guide id="6" orient="horz" pos="4080">
          <p15:clr>
            <a:srgbClr val="547EBF"/>
          </p15:clr>
        </p15:guide>
        <p15:guide id="7" pos="600" userDrawn="1">
          <p15:clr>
            <a:srgbClr val="547EBF"/>
          </p15:clr>
        </p15:guide>
        <p15:guide id="8" pos="3720">
          <p15:clr>
            <a:srgbClr val="547EBF"/>
          </p15:clr>
        </p15:guide>
        <p15:guide id="9" pos="2112">
          <p15:clr>
            <a:srgbClr val="547EBF"/>
          </p15:clr>
        </p15:guide>
        <p15:guide id="10" pos="1848">
          <p15:clr>
            <a:srgbClr val="547EBF"/>
          </p15:clr>
        </p15:guide>
        <p15:guide id="11" pos="5568">
          <p15:clr>
            <a:srgbClr val="547EBF"/>
          </p15:clr>
        </p15:guide>
        <p15:guide id="12" pos="5832">
          <p15:clr>
            <a:srgbClr val="547EBF"/>
          </p15:clr>
        </p15:guide>
        <p15:guide id="13" pos="4968">
          <p15:clr>
            <a:srgbClr val="9FCC3B"/>
          </p15:clr>
        </p15:guide>
        <p15:guide id="14" pos="5208">
          <p15:clr>
            <a:srgbClr val="9FCC3B"/>
          </p15:clr>
        </p15:guide>
        <p15:guide id="15" pos="2712">
          <p15:clr>
            <a:srgbClr val="9FCC3B"/>
          </p15:clr>
        </p15:guide>
        <p15:guide id="16" pos="2472">
          <p15:clr>
            <a:srgbClr val="9FCC3B"/>
          </p15:clr>
        </p15:guide>
        <p15:guide id="17" pos="39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AB1D9D6-2977-ABCD-FDF8-51AFA5064E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09904" y="411479"/>
            <a:ext cx="5486400" cy="3291840"/>
          </a:xfrm>
        </p:spPr>
        <p:txBody>
          <a:bodyPr rtlCol="0"/>
          <a:lstStyle>
            <a:defPPr>
              <a:defRPr lang="it-IT"/>
            </a:defPPr>
          </a:lstStyle>
          <a:p>
            <a:pPr rtl="0"/>
            <a:r>
              <a:rPr lang="it-IT" dirty="0"/>
              <a:t>Privacy Shield</a:t>
            </a:r>
          </a:p>
        </p:txBody>
      </p:sp>
    </p:spTree>
    <p:extLst>
      <p:ext uri="{BB962C8B-B14F-4D97-AF65-F5344CB8AC3E}">
        <p14:creationId xmlns:p14="http://schemas.microsoft.com/office/powerpoint/2010/main" val="3390304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530BF65-C84B-45C3-72CA-AFDA688511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89572"/>
            <a:ext cx="6787747" cy="1593507"/>
          </a:xfrm>
        </p:spPr>
        <p:txBody>
          <a:bodyPr rtlCol="0"/>
          <a:lstStyle>
            <a:defPPr>
              <a:defRPr lang="it-IT"/>
            </a:defPPr>
          </a:lstStyle>
          <a:p>
            <a:pPr rtl="0"/>
            <a:r>
              <a:rPr lang="it-IT" dirty="0"/>
              <a:t>Team </a:t>
            </a:r>
            <a:r>
              <a:rPr lang="it-IT" dirty="0" err="1"/>
              <a:t>members</a:t>
            </a:r>
            <a:endParaRPr lang="it-IT" dirty="0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3B8EBC2C-6DD7-5003-38EB-40753046FE8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93725" y="2281238"/>
            <a:ext cx="6788150" cy="3709987"/>
          </a:xfrm>
        </p:spPr>
        <p:txBody>
          <a:bodyPr tIns="457200" rtlCol="0"/>
          <a:lstStyle>
            <a:defPPr>
              <a:defRPr lang="it-IT"/>
            </a:defPPr>
          </a:lstStyle>
          <a:p>
            <a:pPr rtl="0"/>
            <a:r>
              <a:rPr lang="it-IT" dirty="0"/>
              <a:t>Gabriele Turchetti</a:t>
            </a:r>
          </a:p>
          <a:p>
            <a:pPr rtl="0"/>
            <a:r>
              <a:rPr lang="it-IT" dirty="0"/>
              <a:t>Donaldo Buzi</a:t>
            </a:r>
          </a:p>
          <a:p>
            <a:pPr rtl="0"/>
            <a:r>
              <a:rPr lang="it-IT" dirty="0" err="1"/>
              <a:t>Haron</a:t>
            </a:r>
            <a:r>
              <a:rPr lang="it-IT" dirty="0"/>
              <a:t> </a:t>
            </a:r>
            <a:r>
              <a:rPr lang="it-IT" dirty="0" err="1"/>
              <a:t>Obaid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3466857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olo 2">
            <a:extLst>
              <a:ext uri="{FF2B5EF4-FFF2-40B4-BE49-F238E27FC236}">
                <a16:creationId xmlns:a16="http://schemas.microsoft.com/office/drawing/2014/main" id="{545D3755-C3E2-975E-DE68-CDECC4B52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02875"/>
            <a:ext cx="10873740" cy="1680205"/>
          </a:xfrm>
        </p:spPr>
        <p:txBody>
          <a:bodyPr rtlCol="0"/>
          <a:lstStyle>
            <a:defPPr>
              <a:defRPr lang="it-IT"/>
            </a:defPPr>
          </a:lstStyle>
          <a:p>
            <a:pPr rtl="0"/>
            <a:r>
              <a:rPr lang="it-IT" dirty="0"/>
              <a:t>Idea</a:t>
            </a:r>
          </a:p>
        </p:txBody>
      </p:sp>
      <p:sp>
        <p:nvSpPr>
          <p:cNvPr id="7" name="Segnaposto testo 6">
            <a:extLst>
              <a:ext uri="{FF2B5EF4-FFF2-40B4-BE49-F238E27FC236}">
                <a16:creationId xmlns:a16="http://schemas.microsoft.com/office/drawing/2014/main" id="{F70BD87D-F7DA-961B-4024-A354DC87D16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657600" y="2281238"/>
            <a:ext cx="7810500" cy="3700462"/>
          </a:xfrm>
        </p:spPr>
        <p:txBody>
          <a:bodyPr rtlCol="0">
            <a:normAutofit/>
          </a:bodyPr>
          <a:lstStyle>
            <a:defPPr>
              <a:defRPr lang="it-IT"/>
            </a:defPPr>
          </a:lstStyle>
          <a:p>
            <a:r>
              <a:rPr lang="en-US" dirty="0"/>
              <a:t>The project consists of a device that can be attached to doors </a:t>
            </a:r>
            <a:r>
              <a:rPr lang="en-US" b="1" dirty="0"/>
              <a:t>or</a:t>
            </a:r>
            <a:r>
              <a:rPr lang="en-US" dirty="0"/>
              <a:t> windows to mask the noise coming from a room.</a:t>
            </a:r>
          </a:p>
          <a:p>
            <a:r>
              <a:rPr lang="en-US" dirty="0"/>
              <a:t>The main goal is to mask a type of noise inside the room to prevent people outside from overhearing them.</a:t>
            </a:r>
          </a:p>
          <a:p>
            <a:r>
              <a:rPr lang="en-US" dirty="0"/>
              <a:t>This goal is accomplished by one or more devices that capture sound detect if there is a conversation or other type of noise, and mask it with the most appropriate sound emitted by a transducer attached to the door or window.</a:t>
            </a:r>
            <a:endParaRPr lang="it-IT" dirty="0"/>
          </a:p>
        </p:txBody>
      </p:sp>
      <p:grpSp>
        <p:nvGrpSpPr>
          <p:cNvPr id="19" name="Gruppo 18">
            <a:extLst>
              <a:ext uri="{FF2B5EF4-FFF2-40B4-BE49-F238E27FC236}">
                <a16:creationId xmlns:a16="http://schemas.microsoft.com/office/drawing/2014/main" id="{C78CEA4F-D72A-C069-6A51-328B103CA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20" name="Figura a mano libera 19">
              <a:extLst>
                <a:ext uri="{FF2B5EF4-FFF2-40B4-BE49-F238E27FC236}">
                  <a16:creationId xmlns:a16="http://schemas.microsoft.com/office/drawing/2014/main" id="{7E473402-19FD-A5B0-5CB6-E5F3926D3828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21" name="Figura a mano libera 20">
              <a:extLst>
                <a:ext uri="{FF2B5EF4-FFF2-40B4-BE49-F238E27FC236}">
                  <a16:creationId xmlns:a16="http://schemas.microsoft.com/office/drawing/2014/main" id="{879D1CAD-2EA2-9376-7B64-0C3AC590F65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22" name="Figura a mano libera 21">
              <a:extLst>
                <a:ext uri="{FF2B5EF4-FFF2-40B4-BE49-F238E27FC236}">
                  <a16:creationId xmlns:a16="http://schemas.microsoft.com/office/drawing/2014/main" id="{B16F8906-918C-BE0B-A4AB-6A1D48150AC7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</p:grpSp>
    </p:spTree>
    <p:extLst>
      <p:ext uri="{BB962C8B-B14F-4D97-AF65-F5344CB8AC3E}">
        <p14:creationId xmlns:p14="http://schemas.microsoft.com/office/powerpoint/2010/main" val="3200312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05346ED-721D-85EE-2F1B-A31D0912DE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278129"/>
            <a:ext cx="9778365" cy="1494596"/>
          </a:xfrm>
        </p:spPr>
        <p:txBody>
          <a:bodyPr rtlCol="0"/>
          <a:lstStyle>
            <a:defPPr>
              <a:defRPr lang="it-IT"/>
            </a:defPPr>
          </a:lstStyle>
          <a:p>
            <a:pPr rtl="0"/>
            <a:r>
              <a:rPr lang="it-IT" dirty="0"/>
              <a:t>Edge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B097449-5B72-ADA0-3B2D-1CBC160D6B90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94360" y="2676525"/>
            <a:ext cx="9778365" cy="3597470"/>
          </a:xfrm>
        </p:spPr>
        <p:txBody>
          <a:bodyPr rtlCol="0"/>
          <a:lstStyle>
            <a:defPPr>
              <a:defRPr lang="it-IT"/>
            </a:def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In a multi-device network, a Leader is elected based on which node detects the highest noise intensity.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The Leader identifies the sound type, if it matches a specific target profile, it coordinates the Followers to emit a synchronized anti-noise signal to mask the disturbance.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Information about all devices is sent to the cloud to generate statistics and monitor the state of the network, such as battery levels, device reachability, and more.</a:t>
            </a:r>
          </a:p>
        </p:txBody>
      </p:sp>
    </p:spTree>
    <p:extLst>
      <p:ext uri="{BB962C8B-B14F-4D97-AF65-F5344CB8AC3E}">
        <p14:creationId xmlns:p14="http://schemas.microsoft.com/office/powerpoint/2010/main" val="8884842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BB204F-8143-4068-B91C-948B7FC83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5D45E95-4D36-3E83-8B2B-0A1A65963D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278129"/>
            <a:ext cx="9778365" cy="1494596"/>
          </a:xfrm>
        </p:spPr>
        <p:txBody>
          <a:bodyPr rtlCol="0"/>
          <a:lstStyle>
            <a:defPPr>
              <a:defRPr lang="it-IT"/>
            </a:defPPr>
          </a:lstStyle>
          <a:p>
            <a:pPr rtl="0"/>
            <a:r>
              <a:rPr lang="it-IT" dirty="0"/>
              <a:t>IoT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4256EDB-51D0-379C-1A25-02185031E002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94360" y="2676525"/>
            <a:ext cx="9778365" cy="3597470"/>
          </a:xfrm>
        </p:spPr>
        <p:txBody>
          <a:bodyPr rtlCol="0"/>
          <a:lstStyle>
            <a:defPPr>
              <a:defRPr lang="it-IT"/>
            </a:def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Configuration will be performed via a web application that a user can access when within the network's range.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The network status can be viewed either via the internal network or via the cloud if the user is remote.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The settings include which devices should be turned on or off, the intensity of the masking noise, the preferred noise type to emit, and so forth.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9229419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61FA10-BEA1-7590-DB75-48664BC30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BA9B2DD-5E12-42CC-A055-19F637CE68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278129"/>
            <a:ext cx="9778365" cy="1494596"/>
          </a:xfrm>
        </p:spPr>
        <p:txBody>
          <a:bodyPr rtlCol="0"/>
          <a:lstStyle>
            <a:defPPr>
              <a:defRPr lang="it-IT"/>
            </a:defPPr>
          </a:lstStyle>
          <a:p>
            <a:r>
              <a:rPr lang="en-US" dirty="0"/>
              <a:t>Sprint 1: Core Implementation &amp; Static Topology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A8314D6-4378-AB20-CFBC-C7223339F899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94360" y="2676525"/>
            <a:ext cx="9778365" cy="3597470"/>
          </a:xfrm>
        </p:spPr>
        <p:txBody>
          <a:bodyPr rtlCol="0">
            <a:normAutofit lnSpcReduction="10000"/>
          </a:bodyPr>
          <a:lstStyle>
            <a:defPPr>
              <a:defRPr lang="it-IT"/>
            </a:def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Establish a static Master/Slave network topology.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Implement Voice Activity Detection (VAD) on the Master node.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Enable basic Master-to-Slave command routing.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Implement the Adaptive Masking Algorithm: The system plays a targeted masking sound, scaling the output volume proportionally to the perceived input noise.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Implement Acoustic Echo Cancellation (AEC) on all devices. This computationally subtracts the device's own emitted audio from the microphone's input stream to prevent infinite positive feedback loops.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Implement client acknowledgment (ACK) mechanisms.</a:t>
            </a:r>
          </a:p>
        </p:txBody>
      </p:sp>
    </p:spTree>
    <p:extLst>
      <p:ext uri="{BB962C8B-B14F-4D97-AF65-F5344CB8AC3E}">
        <p14:creationId xmlns:p14="http://schemas.microsoft.com/office/powerpoint/2010/main" val="20650021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65D85-1FB9-EA42-FF37-016B839729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08AA900-9ACD-29AA-4B46-40A4F2CF85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278129"/>
            <a:ext cx="9778365" cy="1494596"/>
          </a:xfrm>
        </p:spPr>
        <p:txBody>
          <a:bodyPr rtlCol="0"/>
          <a:lstStyle>
            <a:defPPr>
              <a:defRPr lang="it-IT"/>
            </a:defPPr>
          </a:lstStyle>
          <a:p>
            <a:r>
              <a:rPr lang="en-US" dirty="0"/>
              <a:t>Sprint 2: Cloud Integration &amp; Dynamic Networking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36E0CF1-285A-AFA9-ACE8-2C7044035007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94360" y="2676525"/>
            <a:ext cx="9778365" cy="3597470"/>
          </a:xfrm>
        </p:spPr>
        <p:txBody>
          <a:bodyPr rtlCol="0">
            <a:normAutofit/>
          </a:bodyPr>
          <a:lstStyle>
            <a:defPPr>
              <a:defRPr lang="it-IT"/>
            </a:def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dirty="0"/>
              <a:t>Integrate Cloud/MQTT </a:t>
            </a:r>
            <a:r>
              <a:rPr lang="it-IT" dirty="0" err="1"/>
              <a:t>functionalities</a:t>
            </a:r>
            <a:r>
              <a:rPr lang="it-IT" dirty="0"/>
              <a:t>: Devices report </a:t>
            </a:r>
            <a:r>
              <a:rPr lang="it-IT" dirty="0" err="1"/>
              <a:t>telemetry</a:t>
            </a:r>
            <a:r>
              <a:rPr lang="it-IT" dirty="0"/>
              <a:t> data (</a:t>
            </a:r>
            <a:r>
              <a:rPr lang="it-IT" dirty="0" err="1"/>
              <a:t>battery</a:t>
            </a:r>
            <a:r>
              <a:rPr lang="it-IT" dirty="0"/>
              <a:t> life, connection </a:t>
            </a:r>
            <a:r>
              <a:rPr lang="it-IT" dirty="0" err="1"/>
              <a:t>strength</a:t>
            </a:r>
            <a:r>
              <a:rPr lang="it-IT" dirty="0"/>
              <a:t>, </a:t>
            </a:r>
            <a:r>
              <a:rPr lang="it-IT" dirty="0" err="1"/>
              <a:t>uptime</a:t>
            </a:r>
            <a:r>
              <a:rPr lang="it-IT" dirty="0"/>
              <a:t>, etc.).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dirty="0"/>
              <a:t>The Master </a:t>
            </a:r>
            <a:r>
              <a:rPr lang="it-IT" dirty="0" err="1"/>
              <a:t>node</a:t>
            </a:r>
            <a:r>
              <a:rPr lang="it-IT" dirty="0"/>
              <a:t> handles </a:t>
            </a:r>
            <a:r>
              <a:rPr lang="it-IT" dirty="0" err="1"/>
              <a:t>all</a:t>
            </a:r>
            <a:r>
              <a:rPr lang="it-IT" dirty="0"/>
              <a:t> </a:t>
            </a:r>
            <a:r>
              <a:rPr lang="it-IT" dirty="0" err="1"/>
              <a:t>outbound</a:t>
            </a:r>
            <a:r>
              <a:rPr lang="it-IT" dirty="0"/>
              <a:t> cloud </a:t>
            </a:r>
            <a:r>
              <a:rPr lang="it-IT" dirty="0" err="1"/>
              <a:t>communication</a:t>
            </a:r>
            <a:r>
              <a:rPr lang="it-IT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dirty="0"/>
              <a:t>Cloud </a:t>
            </a:r>
            <a:r>
              <a:rPr lang="it-IT" dirty="0" err="1"/>
              <a:t>Telemetry</a:t>
            </a:r>
            <a:r>
              <a:rPr lang="it-IT" dirty="0"/>
              <a:t>: Devices </a:t>
            </a:r>
            <a:r>
              <a:rPr lang="it-IT" dirty="0" err="1"/>
              <a:t>send</a:t>
            </a:r>
            <a:r>
              <a:rPr lang="it-IT" dirty="0"/>
              <a:t> </a:t>
            </a:r>
            <a:r>
              <a:rPr lang="it-IT" dirty="0" err="1"/>
              <a:t>specific</a:t>
            </a:r>
            <a:r>
              <a:rPr lang="it-IT" dirty="0"/>
              <a:t> </a:t>
            </a:r>
            <a:r>
              <a:rPr lang="it-IT" dirty="0" err="1"/>
              <a:t>operational</a:t>
            </a:r>
            <a:r>
              <a:rPr lang="it-IT" dirty="0"/>
              <a:t> data to the cloud for </a:t>
            </a:r>
            <a:r>
              <a:rPr lang="it-IT" dirty="0" err="1"/>
              <a:t>historical</a:t>
            </a:r>
            <a:r>
              <a:rPr lang="it-IT" dirty="0"/>
              <a:t> tracking, </a:t>
            </a:r>
            <a:r>
              <a:rPr lang="it-IT" dirty="0" err="1"/>
              <a:t>including</a:t>
            </a:r>
            <a:r>
              <a:rPr lang="it-IT" dirty="0"/>
              <a:t> precise </a:t>
            </a:r>
            <a:r>
              <a:rPr lang="it-IT" dirty="0" err="1"/>
              <a:t>timestamps</a:t>
            </a:r>
            <a:r>
              <a:rPr lang="it-IT" dirty="0"/>
              <a:t> and the </a:t>
            </a:r>
            <a:r>
              <a:rPr lang="it-IT" dirty="0" err="1"/>
              <a:t>current</a:t>
            </a:r>
            <a:r>
              <a:rPr lang="it-IT" dirty="0"/>
              <a:t> speech/</a:t>
            </a:r>
            <a:r>
              <a:rPr lang="it-IT" dirty="0" err="1"/>
              <a:t>noise</a:t>
            </a:r>
            <a:r>
              <a:rPr lang="it-IT" dirty="0"/>
              <a:t> </a:t>
            </a:r>
            <a:r>
              <a:rPr lang="it-IT" dirty="0" err="1"/>
              <a:t>activation</a:t>
            </a:r>
            <a:r>
              <a:rPr lang="it-IT" dirty="0"/>
              <a:t> </a:t>
            </a:r>
            <a:r>
              <a:rPr lang="it-IT" dirty="0" err="1"/>
              <a:t>states</a:t>
            </a:r>
            <a:r>
              <a:rPr lang="it-IT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dirty="0" err="1"/>
              <a:t>Implement</a:t>
            </a:r>
            <a:r>
              <a:rPr lang="it-IT" dirty="0"/>
              <a:t> a Dynamic Master/Slave </a:t>
            </a:r>
            <a:r>
              <a:rPr lang="it-IT" dirty="0" err="1"/>
              <a:t>election</a:t>
            </a:r>
            <a:r>
              <a:rPr lang="it-IT" dirty="0"/>
              <a:t> </a:t>
            </a:r>
            <a:r>
              <a:rPr lang="it-IT" dirty="0" err="1"/>
              <a:t>algorithm</a:t>
            </a:r>
            <a:r>
              <a:rPr lang="it-IT" dirty="0"/>
              <a:t> (</a:t>
            </a:r>
            <a:r>
              <a:rPr lang="it-IT" dirty="0" err="1"/>
              <a:t>detailed</a:t>
            </a:r>
            <a:r>
              <a:rPr lang="it-IT" dirty="0"/>
              <a:t> </a:t>
            </a:r>
            <a:r>
              <a:rPr lang="it-IT" dirty="0" err="1"/>
              <a:t>below</a:t>
            </a:r>
            <a:r>
              <a:rPr lang="it-IT" dirty="0"/>
              <a:t>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dirty="0" err="1"/>
              <a:t>Develop</a:t>
            </a:r>
            <a:r>
              <a:rPr lang="it-IT" dirty="0"/>
              <a:t> a Web Application for remote control (e.g., muting </a:t>
            </a:r>
            <a:r>
              <a:rPr lang="it-IT" dirty="0" err="1"/>
              <a:t>individual</a:t>
            </a:r>
            <a:r>
              <a:rPr lang="it-IT" dirty="0"/>
              <a:t> followers) and </a:t>
            </a:r>
            <a:r>
              <a:rPr lang="it-IT" dirty="0" err="1"/>
              <a:t>statistical</a:t>
            </a:r>
            <a:r>
              <a:rPr lang="it-IT" dirty="0"/>
              <a:t> monitoring.</a:t>
            </a:r>
          </a:p>
        </p:txBody>
      </p:sp>
    </p:spTree>
    <p:extLst>
      <p:ext uri="{BB962C8B-B14F-4D97-AF65-F5344CB8AC3E}">
        <p14:creationId xmlns:p14="http://schemas.microsoft.com/office/powerpoint/2010/main" val="18408739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3E72E3-DDFA-5550-6F3B-E0F8CCB89E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9321A3D-2A24-CAF6-7771-C5FFB8009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278129"/>
            <a:ext cx="9778365" cy="1494596"/>
          </a:xfrm>
        </p:spPr>
        <p:txBody>
          <a:bodyPr rtlCol="0"/>
          <a:lstStyle>
            <a:defPPr>
              <a:defRPr lang="it-IT"/>
            </a:defPPr>
          </a:lstStyle>
          <a:p>
            <a:r>
              <a:rPr lang="en-US" dirty="0"/>
              <a:t>Sprint 3: Advanced Audio &amp; Hardware Finalization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912B1A0-3FB1-861F-4DD8-0A579DD67FC2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94360" y="2676525"/>
            <a:ext cx="9778365" cy="3597470"/>
          </a:xfrm>
        </p:spPr>
        <p:txBody>
          <a:bodyPr rtlCol="0">
            <a:normAutofit/>
          </a:bodyPr>
          <a:lstStyle>
            <a:defPPr>
              <a:defRPr lang="it-IT"/>
            </a:def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Upgrade the Adaptive Masking Algorithm to dynamically select and play different types of masking sounds based on the specific acoustic environment.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Acoustic Profile Classification: Implement Machine Learning models to recognize the specific audio signatures of power tools and working machinery, allowing the system to deploy targeted masking sounds for those specific disturbances.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Design and 3D print custom enclosures for the hardware, ensuring proper physical acoustic isolation between the microphone and the transducer.</a:t>
            </a:r>
          </a:p>
        </p:txBody>
      </p:sp>
    </p:spTree>
    <p:extLst>
      <p:ext uri="{BB962C8B-B14F-4D97-AF65-F5344CB8AC3E}">
        <p14:creationId xmlns:p14="http://schemas.microsoft.com/office/powerpoint/2010/main" val="8590781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52A871D-B15E-C971-7C85-0AF173E387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5310" y="278129"/>
            <a:ext cx="5063490" cy="2354026"/>
          </a:xfrm>
        </p:spPr>
        <p:txBody>
          <a:bodyPr rtlCol="0"/>
          <a:lstStyle>
            <a:defPPr>
              <a:defRPr lang="it-IT"/>
            </a:defPPr>
          </a:lstStyle>
          <a:p>
            <a:pPr rtl="0"/>
            <a:r>
              <a:rPr lang="it-IT" dirty="0"/>
              <a:t>Hardware list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4F2E863-4A4C-76FE-444A-083F93043389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400800" y="3432175"/>
            <a:ext cx="5045075" cy="2994025"/>
          </a:xfrm>
        </p:spPr>
        <p:txBody>
          <a:bodyPr rtlCol="0">
            <a:normAutofit/>
          </a:bodyPr>
          <a:lstStyle>
            <a:defPPr>
              <a:defRPr lang="it-IT"/>
            </a:def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I2S Microphone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Dayton Audio DAEX25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MAX98357A Amplifier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22 AWG Speaker Wire</a:t>
            </a:r>
            <a:endParaRPr lang="it-IT" dirty="0"/>
          </a:p>
        </p:txBody>
      </p:sp>
      <p:sp>
        <p:nvSpPr>
          <p:cNvPr id="11" name="Segnaposto contenuto 2">
            <a:extLst>
              <a:ext uri="{FF2B5EF4-FFF2-40B4-BE49-F238E27FC236}">
                <a16:creationId xmlns:a16="http://schemas.microsoft.com/office/drawing/2014/main" id="{204EBC4E-95AF-AC53-AA85-2805A060FCD4}"/>
              </a:ext>
            </a:extLst>
          </p:cNvPr>
          <p:cNvSpPr txBox="1">
            <a:spLocks/>
          </p:cNvSpPr>
          <p:nvPr/>
        </p:nvSpPr>
        <p:spPr>
          <a:xfrm>
            <a:off x="746125" y="3432175"/>
            <a:ext cx="5045075" cy="2994025"/>
          </a:xfrm>
          <a:prstGeom prst="rect">
            <a:avLst/>
          </a:prstGeom>
        </p:spPr>
        <p:txBody>
          <a:bodyPr vert="horz" lIns="0" tIns="228600" rIns="0" bIns="0" rtlCol="0">
            <a:normAutofit/>
          </a:bodyPr>
          <a:lstStyle>
            <a:defPPr>
              <a:defRPr lang="it-IT"/>
            </a:defPPr>
            <a:lvl1pPr mar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Font typeface="Arial" panose="020B0604020202020204" pitchFamily="34" charset="0"/>
              <a:buNone/>
              <a:defRPr lang="it-IT" sz="20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83464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Font typeface="Arial" panose="020B0604020202020204" pitchFamily="34" charset="0"/>
              <a:buChar char="•"/>
              <a:defRPr lang="it-IT" sz="20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83464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Font typeface="Arial" panose="020B0604020202020204" pitchFamily="34" charset="0"/>
              <a:buChar char="•"/>
              <a:defRPr lang="it-IT" sz="20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83464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Font typeface="Arial" panose="020B0604020202020204" pitchFamily="34" charset="0"/>
              <a:buChar char="•"/>
              <a:defRPr lang="it-IT" sz="20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83464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Font typeface="Arial" panose="020B0604020202020204" pitchFamily="34" charset="0"/>
              <a:buChar char="•"/>
              <a:defRPr lang="it-IT" sz="20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it-IT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ESP32-S3 Microcontroller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Breadboard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Connectors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Battery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3645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810C1B7-6E4E-3DEE-50C0-1CA3B14303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4360" y="411479"/>
            <a:ext cx="5486400" cy="3291840"/>
          </a:xfrm>
        </p:spPr>
        <p:txBody>
          <a:bodyPr rtlCol="0"/>
          <a:lstStyle>
            <a:defPPr>
              <a:defRPr lang="it-IT"/>
            </a:defPPr>
          </a:lstStyle>
          <a:p>
            <a:pPr rtl="0"/>
            <a:r>
              <a:rPr lang="it-IT" dirty="0"/>
              <a:t>Thank </a:t>
            </a:r>
            <a:r>
              <a:rPr lang="it-IT" dirty="0" err="1"/>
              <a:t>you</a:t>
            </a:r>
            <a:r>
              <a:rPr lang="it-IT" dirty="0"/>
              <a:t> for </a:t>
            </a:r>
            <a:r>
              <a:rPr lang="it-IT" dirty="0" err="1"/>
              <a:t>your</a:t>
            </a:r>
            <a:r>
              <a:rPr lang="it-IT" dirty="0"/>
              <a:t> </a:t>
            </a:r>
            <a:r>
              <a:rPr lang="it-IT" dirty="0" err="1"/>
              <a:t>attention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261132419"/>
      </p:ext>
    </p:extLst>
  </p:cSld>
  <p:clrMapOvr>
    <a:masterClrMapping/>
  </p:clrMapOvr>
</p:sld>
</file>

<file path=ppt/theme/theme1.xml><?xml version="1.0" encoding="utf-8"?>
<a:theme xmlns:a="http://schemas.openxmlformats.org/drawingml/2006/main" name="Personalizzata">
  <a:themeElements>
    <a:clrScheme name="Swiss">
      <a:dk1>
        <a:srgbClr val="000000"/>
      </a:dk1>
      <a:lt1>
        <a:srgbClr val="FFFFFF"/>
      </a:lt1>
      <a:dk2>
        <a:srgbClr val="E4E4E4"/>
      </a:dk2>
      <a:lt2>
        <a:srgbClr val="7CA655"/>
      </a:lt2>
      <a:accent1>
        <a:srgbClr val="A9D4DB"/>
      </a:accent1>
      <a:accent2>
        <a:srgbClr val="FBE284"/>
      </a:accent2>
      <a:accent3>
        <a:srgbClr val="4495A2"/>
      </a:accent3>
      <a:accent4>
        <a:srgbClr val="AA5881"/>
      </a:accent4>
      <a:accent5>
        <a:srgbClr val="E06742"/>
      </a:accent5>
      <a:accent6>
        <a:srgbClr val="F9D448"/>
      </a:accent6>
      <a:hlink>
        <a:srgbClr val="4495A2"/>
      </a:hlink>
      <a:folHlink>
        <a:srgbClr val="AA5881"/>
      </a:folHlink>
    </a:clrScheme>
    <a:fontScheme name="Custom 175">
      <a:majorFont>
        <a:latin typeface="Franklin Gothic Demi"/>
        <a:ea typeface=""/>
        <a:cs typeface=""/>
      </a:majorFont>
      <a:minorFont>
        <a:latin typeface="Franklin Gothic Boo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72332794_TF78853419_Win32" id="{3ED6E92A-08EA-49C8-8CDD-3C359BC72750}" vid="{18A8D122-DF74-4B77-85CD-55A103CD41CE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Background xmlns="71af3243-3dd4-4a8d-8c0d-dd76da1f02a5">false</Background>
    <Status xmlns="71af3243-3dd4-4a8d-8c0d-dd76da1f02a5">Not started</Status>
    <_ip_UnifiedCompliancePolicyUIAction xmlns="http://schemas.microsoft.com/sharepoint/v3" xsi:nil="true"/>
    <Image xmlns="71af3243-3dd4-4a8d-8c0d-dd76da1f02a5">
      <Url xsi:nil="true"/>
      <Description xsi:nil="true"/>
    </Image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21FFAC0-05A2-416A-B06C-C248395482C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F4B194E-8B30-4377-8C59-ECFB902D2A26}">
  <ds:schemaRefs>
    <ds:schemaRef ds:uri="http://schemas.microsoft.com/office/2006/metadata/properties"/>
    <ds:schemaRef ds:uri="http://schemas.microsoft.com/office/infopath/2007/PartnerControls"/>
    <ds:schemaRef ds:uri="71af3243-3dd4-4a8d-8c0d-dd76da1f02a5"/>
    <ds:schemaRef ds:uri="http://schemas.microsoft.com/sharepoint/v3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92DB9E12-8AC3-4138-BF4D-720A5525AB1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{785435E1-9148-4841-B3A7-B067CB85BE0C}TFd3b75063-ff25-434d-b12c-efeaf07d16c334affd20_win32-5734969a4ae3</Template>
  <TotalTime>0</TotalTime>
  <Words>565</Words>
  <Application>Microsoft Office PowerPoint</Application>
  <PresentationFormat>Widescreen</PresentationFormat>
  <Paragraphs>54</Paragraphs>
  <Slides>10</Slides>
  <Notes>10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10</vt:i4>
      </vt:variant>
    </vt:vector>
  </HeadingPairs>
  <TitlesOfParts>
    <vt:vector size="15" baseType="lpstr">
      <vt:lpstr>Arial</vt:lpstr>
      <vt:lpstr>Calibri</vt:lpstr>
      <vt:lpstr>Franklin Gothic Book</vt:lpstr>
      <vt:lpstr>Franklin Gothic Demi</vt:lpstr>
      <vt:lpstr>Personalizzata</vt:lpstr>
      <vt:lpstr>Privacy Shield</vt:lpstr>
      <vt:lpstr>Team members</vt:lpstr>
      <vt:lpstr>Idea</vt:lpstr>
      <vt:lpstr>Edge</vt:lpstr>
      <vt:lpstr>IoT</vt:lpstr>
      <vt:lpstr>Sprint 1: Core Implementation &amp; Static Topology</vt:lpstr>
      <vt:lpstr>Sprint 2: Cloud Integration &amp; Dynamic Networking</vt:lpstr>
      <vt:lpstr>Sprint 3: Advanced Audio &amp; Hardware Finalization</vt:lpstr>
      <vt:lpstr>Hardware list</vt:lpstr>
      <vt:lpstr>Thank you for your attention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Gabriele Turchetti</dc:creator>
  <cp:lastModifiedBy>Gabriele Turchetti</cp:lastModifiedBy>
  <cp:revision>4</cp:revision>
  <dcterms:created xsi:type="dcterms:W3CDTF">2026-04-23T06:57:18Z</dcterms:created>
  <dcterms:modified xsi:type="dcterms:W3CDTF">2026-04-23T08:36:50Z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