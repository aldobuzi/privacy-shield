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customXml/itemProps3.xml" ContentType="application/vnd.openxmlformats-officedocument.customXmlProperties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4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custDataLst>
    <p:custData r:id="rId1"/>
    <p:custData r:id="rId2"/>
    <p:custData r:id="rId3"/>
  </p:custDataLst>
  <p:defaultTextStyle>
    <a:defPPr rtl="0">
      <a:defRPr lang="it-IT"/>
    </a:defPPr>
    <a:lvl1pPr marL="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it-IT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0" d="100"/>
          <a:sy n="90" d="100"/>
        </p:scale>
        <p:origin x="84" y="1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87798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>
              <a:defRPr/>
            </a:pPr>
            <a:endParaRPr lang="it-IT"/>
          </a:p>
        </p:txBody>
      </p:sp>
      <p:sp>
        <p:nvSpPr>
          <p:cNvPr id="2019318956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>
              <a:defRPr/>
            </a:pPr>
            <a:fld id="{CCC7B77D-D2C2-452D-80DB-AB1E949B0C69}" type="datetime1">
              <a:rPr lang="it-IT"/>
              <a:t>23/04/2026</a:t>
            </a:fld>
            <a:endParaRPr lang="it-IT"/>
          </a:p>
        </p:txBody>
      </p:sp>
      <p:sp>
        <p:nvSpPr>
          <p:cNvPr id="1607812371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769208304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>
              <a:defRPr/>
            </a:pPr>
            <a:r>
              <a:rPr lang="it-IT"/>
              <a:t>Fare clic per modificare lo stile del titolo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37721786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>
              <a:defRPr/>
            </a:pPr>
            <a:endParaRPr lang="it-IT"/>
          </a:p>
        </p:txBody>
      </p:sp>
      <p:sp>
        <p:nvSpPr>
          <p:cNvPr id="377811925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>
              <a:defRPr/>
            </a:pPr>
            <a:fld id="{A89C7E07-3C67-C64C-8DA0-0404F6303970}" type="slidenum">
              <a:rPr lang="it-IT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lang="it-IT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28338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0749445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2101642154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275938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9153486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728246511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2</a:t>
            </a:fld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B02705-CC4B-FDF5-DCFC-8B64AAD913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37064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0488579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62032638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3</a:t>
            </a:fld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146606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2519613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643665183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4</a:t>
            </a:fld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350121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8215734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1915392561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5</a:t>
            </a:fld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034783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5506214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821876452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6</a:t>
            </a:fld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017445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813662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170143571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7</a:t>
            </a:fld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352880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0360390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310432190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8</a:t>
            </a:fld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171217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388050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1867259658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9</a:t>
            </a:fld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501017" name="Segnaposto immagine diapositiva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763053" name="Segnaposto note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/>
          </a:p>
        </p:txBody>
      </p:sp>
      <p:sp>
        <p:nvSpPr>
          <p:cNvPr id="252960809" name="Segnaposto numero diapositiva 3"/>
          <p:cNvSpPr>
            <a:spLocks noGrp="1"/>
          </p:cNvSpPr>
          <p:nvPr>
            <p:ph type="sldNum" sz="quarter" idx="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A89C7E07-3C67-C64C-8DA0-0404F6303970}" type="slidenum">
              <a:rPr lang="it-IT"/>
              <a:t>10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1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174767" name="Titolo 1"/>
          <p:cNvSpPr>
            <a:spLocks noGrp="1"/>
          </p:cNvSpPr>
          <p:nvPr>
            <p:ph type="ctrTitle" hasCustomPrompt="1"/>
          </p:nvPr>
        </p:nvSpPr>
        <p:spPr bwMode="auto"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grpSp>
        <p:nvGrpSpPr>
          <p:cNvPr id="12387371" name="Gruppo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1" name="Figura a mano libera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2" name="Figura a mano libera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cxnSp>
        <p:nvCxnSpPr>
          <p:cNvPr id="482779311" name="Connettore diritto 12"/>
          <p:cNvCxnSpPr/>
          <p:nvPr userDrawn="1"/>
        </p:nvCxnSpPr>
        <p:spPr bwMode="auto"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Agenda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135674" name="Gruppo 5"/>
          <p:cNvGrpSpPr/>
          <p:nvPr userDrawn="1"/>
        </p:nvGrpSpPr>
        <p:grpSpPr bwMode="auto"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 fill="norm" stroke="1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8" name="Figura a mano libera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 fill="norm" stroke="1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9" name="Figura a mano libera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 fill="norm" stroke="1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0" name="Figura a mano libera 9"/>
            <p:cNvSpPr/>
            <p:nvPr/>
          </p:nvSpPr>
          <p:spPr bwMode="auto">
            <a:xfrm>
              <a:off x="7076886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 fill="norm" stroke="1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1" name="Figura a mano libera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 fill="norm" stroke="1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584381738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189572"/>
            <a:ext cx="6787746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922540578" name="Segnaposto contenuto 5"/>
          <p:cNvSpPr>
            <a:spLocks noGrp="1"/>
          </p:cNvSpPr>
          <p:nvPr>
            <p:ph sz="quarter" idx="13" hasCustomPrompt="1"/>
          </p:nvPr>
        </p:nvSpPr>
        <p:spPr bwMode="auto">
          <a:xfrm>
            <a:off x="594358" y="2281918"/>
            <a:ext cx="6787746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/>
              <a:buChar char="•"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094686103" name="Segnaposto numero diapositiva 42"/>
          <p:cNvSpPr>
            <a:spLocks noGrp="1"/>
          </p:cNvSpPr>
          <p:nvPr>
            <p:ph type="sldNum" sz="quarter" idx="26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1127463824" name="Segnaposto data 41"/>
          <p:cNvSpPr>
            <a:spLocks noGrp="1"/>
          </p:cNvSpPr>
          <p:nvPr>
            <p:ph type="dt" sz="half" idx="25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  <p:cxnSp>
        <p:nvCxnSpPr>
          <p:cNvPr id="2029859322" name="Connettore diritto 3"/>
          <p:cNvCxnSpPr/>
          <p:nvPr userDrawn="1"/>
        </p:nvCxnSpPr>
        <p:spPr bwMode="auto"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sezione">
    <p:bg>
      <p:bgPr shadeToTitle="0">
        <a:solidFill>
          <a:schemeClr val="accent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07999" name="Segnaposto immagine 3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 fill="norm" stroke="1" extrusionOk="0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>
              <a:defRPr/>
            </a:pPr>
            <a:r>
              <a:rPr lang="it-IT"/>
              <a:t>Fare clic sull'icona per inserire un'immagine</a:t>
            </a:r>
            <a:endParaRPr/>
          </a:p>
        </p:txBody>
      </p:sp>
      <p:sp>
        <p:nvSpPr>
          <p:cNvPr id="1170464803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6000" b="1" i="0">
                <a:solidFill>
                  <a:schemeClr val="tx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453883912" name="Rettangolo 6"/>
          <p:cNvSpPr/>
          <p:nvPr userDrawn="1"/>
        </p:nvSpPr>
        <p:spPr bwMode="auto"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2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879090" name="Titolo 1"/>
          <p:cNvSpPr>
            <a:spLocks noGrp="1"/>
          </p:cNvSpPr>
          <p:nvPr>
            <p:ph type="ctrTitle" hasCustomPrompt="1"/>
          </p:nvPr>
        </p:nvSpPr>
        <p:spPr bwMode="auto"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216525065" name="Segnaposto immagine 5"/>
          <p:cNvSpPr>
            <a:spLocks noGrp="1"/>
          </p:cNvSpPr>
          <p:nvPr>
            <p:ph type="pic" sz="quarter" idx="12"/>
          </p:nvPr>
        </p:nvSpPr>
        <p:spPr bwMode="auto"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>
              <a:defRPr/>
            </a:pPr>
            <a:r>
              <a:rPr lang="it-IT"/>
              <a:t>Fare clic sull'icona per inserire un'immagine</a:t>
            </a:r>
            <a:endParaRPr/>
          </a:p>
        </p:txBody>
      </p:sp>
      <p:sp>
        <p:nvSpPr>
          <p:cNvPr id="1361409372" name="Segnaposto testo 2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>
              <a:defRPr/>
            </a:pPr>
            <a:r>
              <a:rPr lang="it-IT"/>
              <a:t>Fare clic per inserire il testo</a:t>
            </a:r>
            <a:endParaRPr/>
          </a:p>
        </p:txBody>
      </p:sp>
      <p:cxnSp>
        <p:nvCxnSpPr>
          <p:cNvPr id="507547712" name="Connettore diritto 6"/>
          <p:cNvCxnSpPr/>
          <p:nvPr userDrawn="1"/>
        </p:nvCxnSpPr>
        <p:spPr bwMode="auto"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Riepilogo 2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9069243" name="Connettore diritto 8"/>
          <p:cNvCxnSpPr/>
          <p:nvPr userDrawn="1"/>
        </p:nvCxnSpPr>
        <p:spPr bwMode="auto"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30038489" name="Gruppo 9"/>
          <p:cNvGrpSpPr/>
          <p:nvPr userDrawn="1"/>
        </p:nvGrpSpPr>
        <p:grpSpPr bwMode="auto">
          <a:xfrm rot="16199999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igura a mano libera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2" name="Figura a mano libera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3" name="Figura a mano libera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70795690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1744450205" name="Segnaposto contenuto 5"/>
          <p:cNvSpPr>
            <a:spLocks noGrp="1"/>
          </p:cNvSpPr>
          <p:nvPr>
            <p:ph sz="quarter" idx="13" hasCustomPrompt="1"/>
          </p:nvPr>
        </p:nvSpPr>
        <p:spPr bwMode="auto"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/>
              <a:buChar char="•"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326512848" name="Segnaposto numero diapositiva 7"/>
          <p:cNvSpPr>
            <a:spLocks noGrp="1"/>
          </p:cNvSpPr>
          <p:nvPr>
            <p:ph type="sldNum" sz="quarter" idx="2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271307897" name="Segnaposto data 4"/>
          <p:cNvSpPr>
            <a:spLocks noGrp="1"/>
          </p:cNvSpPr>
          <p:nvPr>
            <p:ph type="dt" sz="half" idx="2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402687" name="Titolo 1"/>
          <p:cNvSpPr>
            <a:spLocks noGrp="1"/>
          </p:cNvSpPr>
          <p:nvPr>
            <p:ph type="ctrTitle" hasCustomPrompt="1"/>
          </p:nvPr>
        </p:nvSpPr>
        <p:spPr bwMode="auto"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grpSp>
        <p:nvGrpSpPr>
          <p:cNvPr id="366535474" name="Gruppo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1" name="Figura a mano libera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2" name="Figura a mano libera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cxnSp>
        <p:nvCxnSpPr>
          <p:cNvPr id="1007925336" name="Connettore diritto 12"/>
          <p:cNvCxnSpPr/>
          <p:nvPr userDrawn="1"/>
        </p:nvCxnSpPr>
        <p:spPr bwMode="auto"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5127524" name="Segnaposto testo 2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309904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>
              <a:defRPr/>
            </a:pPr>
            <a:r>
              <a:rPr lang="it-IT"/>
              <a:t>Fare clic per inserire il testo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e due contenuti 2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9413294" name="Gruppo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3" name="Figura a mano libera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4" name="Figura a mano libera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2125900203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1965804709" name="Segnaposto contenuto 5"/>
          <p:cNvSpPr>
            <a:spLocks noGrp="1"/>
          </p:cNvSpPr>
          <p:nvPr>
            <p:ph sz="quarter" idx="15" hasCustomPrompt="1"/>
          </p:nvPr>
        </p:nvSpPr>
        <p:spPr bwMode="auto"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9436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370006742" name="Segnaposto contenuto 5"/>
          <p:cNvSpPr>
            <a:spLocks noGrp="1"/>
          </p:cNvSpPr>
          <p:nvPr>
            <p:ph sz="quarter" idx="16" hasCustomPrompt="1"/>
          </p:nvPr>
        </p:nvSpPr>
        <p:spPr bwMode="auto"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27810598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794792249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  <p:cxnSp>
        <p:nvCxnSpPr>
          <p:cNvPr id="816502331" name="Connettore diritto 3"/>
          <p:cNvCxnSpPr/>
          <p:nvPr userDrawn="1"/>
        </p:nvCxnSpPr>
        <p:spPr bwMode="auto"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e contenuto 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5417457" name="Gruppo 10"/>
          <p:cNvGrpSpPr/>
          <p:nvPr userDrawn="1"/>
        </p:nvGrpSpPr>
        <p:grpSpPr bwMode="auto"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a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 fill="norm" stroke="1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3" name="Figura a mano libera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 fill="norm" stroke="1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4" name="Figura a mano libera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 fill="norm" stroke="1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8" name="Figura a mano libera 9"/>
            <p:cNvSpPr/>
            <p:nvPr/>
          </p:nvSpPr>
          <p:spPr bwMode="auto">
            <a:xfrm>
              <a:off x="7076886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 fill="norm" stroke="1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9" name="Figura a mano libera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 fill="norm" stroke="1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26294218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cxnSp>
        <p:nvCxnSpPr>
          <p:cNvPr id="1846690526" name="Connettore diritto 3"/>
          <p:cNvCxnSpPr/>
          <p:nvPr userDrawn="1"/>
        </p:nvCxnSpPr>
        <p:spPr bwMode="auto"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516315" name="Segnaposto contenuto 5"/>
          <p:cNvSpPr>
            <a:spLocks noGrp="1"/>
          </p:cNvSpPr>
          <p:nvPr>
            <p:ph sz="quarter" idx="14" hasCustomPrompt="1"/>
          </p:nvPr>
        </p:nvSpPr>
        <p:spPr bwMode="auto"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it-IT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it-IT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it-IT" sz="2000"/>
            </a:lvl3pPr>
            <a:lvl4pPr marL="1371600" indent="0">
              <a:spcBef>
                <a:spcPts val="1800"/>
              </a:spcBef>
              <a:buFont typeface="+mj-lt"/>
              <a:buNone/>
              <a:defRPr lang="it-IT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endParaRPr lang="it-IT"/>
          </a:p>
        </p:txBody>
      </p:sp>
      <p:sp>
        <p:nvSpPr>
          <p:cNvPr id="1947746070" name="Segnaposto contenuto 5"/>
          <p:cNvSpPr>
            <a:spLocks noGrp="1"/>
          </p:cNvSpPr>
          <p:nvPr>
            <p:ph sz="quarter" idx="15" hasCustomPrompt="1"/>
          </p:nvPr>
        </p:nvSpPr>
        <p:spPr bwMode="auto"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2123927365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962224127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uto titolo e immagine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50020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127603931" name="Segnaposto contenuto 5"/>
          <p:cNvSpPr>
            <a:spLocks noGrp="1"/>
          </p:cNvSpPr>
          <p:nvPr>
            <p:ph sz="quarter" idx="16" hasCustomPrompt="1"/>
          </p:nvPr>
        </p:nvSpPr>
        <p:spPr bwMode="auto"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cxnSp>
        <p:nvCxnSpPr>
          <p:cNvPr id="1297289846" name="Connettore diritto 3"/>
          <p:cNvCxnSpPr/>
          <p:nvPr userDrawn="1"/>
        </p:nvCxnSpPr>
        <p:spPr bwMode="auto"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2729675" name="Segnaposto immagine 11"/>
          <p:cNvSpPr>
            <a:spLocks noGrp="1"/>
          </p:cNvSpPr>
          <p:nvPr>
            <p:ph type="pic" sz="quarter" idx="15"/>
          </p:nvPr>
        </p:nvSpPr>
        <p:spPr bwMode="auto"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>
              <a:defRPr/>
            </a:pPr>
            <a:r>
              <a:rPr lang="it-IT"/>
              <a:t>Fare clic sull'icona per inserire un'immagine</a:t>
            </a:r>
            <a:endParaRPr/>
          </a:p>
        </p:txBody>
      </p:sp>
      <p:sp>
        <p:nvSpPr>
          <p:cNvPr id="72010047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353144475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uto del titolo e tabella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093908" name="Gruppo 4"/>
          <p:cNvGrpSpPr/>
          <p:nvPr userDrawn="1"/>
        </p:nvGrpSpPr>
        <p:grpSpPr bwMode="auto">
          <a:xfrm rot="16199999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igura a mano libera 13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5" name="Figura a mano libera 14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7" name="Figura a mano libera 15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683900077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cxnSp>
        <p:nvCxnSpPr>
          <p:cNvPr id="1986782467" name="Connettore diritto 3"/>
          <p:cNvCxnSpPr/>
          <p:nvPr userDrawn="1"/>
        </p:nvCxnSpPr>
        <p:spPr bwMode="auto"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6906495" name="Segnaposto contenuto 5"/>
          <p:cNvSpPr>
            <a:spLocks noGrp="1"/>
          </p:cNvSpPr>
          <p:nvPr>
            <p:ph sz="quarter" idx="14" hasCustomPrompt="1"/>
          </p:nvPr>
        </p:nvSpPr>
        <p:spPr bwMode="auto"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lang="it-IT" sz="2000"/>
            </a:lvl1pPr>
            <a:lvl2pPr marL="457200" indent="0">
              <a:spcBef>
                <a:spcPts val="1800"/>
              </a:spcBef>
              <a:buNone/>
              <a:defRPr lang="it-IT" sz="2000"/>
            </a:lvl2pPr>
            <a:lvl3pPr marL="914400" indent="0">
              <a:spcBef>
                <a:spcPts val="1800"/>
              </a:spcBef>
              <a:buNone/>
              <a:defRPr lang="it-IT" sz="2000"/>
            </a:lvl3pPr>
            <a:lvl4pPr marL="1371600" indent="0">
              <a:spcBef>
                <a:spcPts val="1800"/>
              </a:spcBef>
              <a:buNone/>
              <a:defRPr lang="it-IT" sz="2000"/>
            </a:lvl4pPr>
            <a:lvl5pPr marL="1828800" indent="0">
              <a:spcBef>
                <a:spcPts val="1800"/>
              </a:spcBef>
              <a:buNone/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573791978" name="Segnaposto contenuto 5"/>
          <p:cNvSpPr>
            <a:spLocks noGrp="1"/>
          </p:cNvSpPr>
          <p:nvPr>
            <p:ph sz="quarter" idx="13" hasCustomPrompt="1"/>
          </p:nvPr>
        </p:nvSpPr>
        <p:spPr bwMode="auto"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65013562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728132795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e due contenuti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5850221" name="Gruppo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3" name="Figura a mano libera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4" name="Figura a mano libera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522490917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cxnSp>
        <p:nvCxnSpPr>
          <p:cNvPr id="1906089929" name="Connettore diritto 3"/>
          <p:cNvCxnSpPr/>
          <p:nvPr userDrawn="1"/>
        </p:nvCxnSpPr>
        <p:spPr bwMode="auto"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5372808" name="Segnaposto contenuto 5"/>
          <p:cNvSpPr>
            <a:spLocks noGrp="1"/>
          </p:cNvSpPr>
          <p:nvPr>
            <p:ph sz="quarter" idx="13" hasCustomPrompt="1"/>
          </p:nvPr>
        </p:nvSpPr>
        <p:spPr bwMode="auto"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687177700" name="Segnaposto contenuto 5"/>
          <p:cNvSpPr>
            <a:spLocks noGrp="1"/>
          </p:cNvSpPr>
          <p:nvPr>
            <p:ph sz="quarter" idx="14" hasCustomPrompt="1"/>
          </p:nvPr>
        </p:nvSpPr>
        <p:spPr bwMode="auto"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/>
              <a:buChar char="•"/>
              <a:defRPr lang="it-IT" sz="2000"/>
            </a:lvl1pPr>
            <a:lvl2pPr>
              <a:spcBef>
                <a:spcPts val="18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>
              <a:defRPr/>
            </a:pPr>
            <a:r>
              <a:rPr lang="it-IT"/>
              <a:t>Fai clic per aggiungere contenuto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633658701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  <p:sp>
        <p:nvSpPr>
          <p:cNvPr id="1553083362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abella 2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636267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202399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sp>
        <p:nvSpPr>
          <p:cNvPr id="1865591568" name="Segnaposto tabella 2"/>
          <p:cNvSpPr>
            <a:spLocks noGrp="1"/>
          </p:cNvSpPr>
          <p:nvPr>
            <p:ph type="tbl" sz="quarter" idx="10"/>
          </p:nvPr>
        </p:nvSpPr>
        <p:spPr bwMode="auto"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it-IT"/>
            </a:lvl1pPr>
          </a:lstStyle>
          <a:p>
            <a:pPr rtl="0">
              <a:defRPr/>
            </a:pPr>
            <a:r>
              <a:rPr lang="it-IT"/>
              <a:t>Fare clic sull'icona per inserire una tabella</a:t>
            </a:r>
            <a:endParaRPr/>
          </a:p>
        </p:txBody>
      </p:sp>
      <p:sp>
        <p:nvSpPr>
          <p:cNvPr id="1270729335" name="Segnaposto numero diapositiva 9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>
              <a:latin typeface="+mn-lt"/>
            </a:endParaRPr>
          </a:p>
        </p:txBody>
      </p:sp>
      <p:sp>
        <p:nvSpPr>
          <p:cNvPr id="178528955" name="Segnaposto data 7"/>
          <p:cNvSpPr>
            <a:spLocks noGrp="1"/>
          </p:cNvSpPr>
          <p:nvPr>
            <p:ph type="dt" sz="half" idx="11"/>
          </p:nvPr>
        </p:nvSpPr>
        <p:spPr bwMode="auto"/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  <p:cxnSp>
        <p:nvCxnSpPr>
          <p:cNvPr id="1473391471" name="Connettore diritto 3"/>
          <p:cNvCxnSpPr/>
          <p:nvPr userDrawn="1"/>
        </p:nvCxnSpPr>
        <p:spPr bwMode="auto"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olo 3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07592" name="Titolo 1"/>
          <p:cNvSpPr>
            <a:spLocks noGrp="1"/>
          </p:cNvSpPr>
          <p:nvPr>
            <p:ph type="ctrTitle" hasCustomPrompt="1"/>
          </p:nvPr>
        </p:nvSpPr>
        <p:spPr bwMode="auto"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>
                <a:solidFill>
                  <a:schemeClr val="bg1"/>
                </a:solidFill>
                <a:latin typeface="+mj-lt"/>
              </a:defRPr>
            </a:lvl1pPr>
          </a:lstStyle>
          <a:p>
            <a:pPr rtl="0">
              <a:defRPr/>
            </a:pPr>
            <a:r>
              <a:rPr lang="it-IT"/>
              <a:t>Fare clic per inserire il titolo </a:t>
            </a:r>
            <a:endParaRPr/>
          </a:p>
        </p:txBody>
      </p:sp>
      <p:grpSp>
        <p:nvGrpSpPr>
          <p:cNvPr id="2093244672" name="Gruppo 8"/>
          <p:cNvGrpSpPr/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igura a mano libera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1" name="Figura a mano libera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12" name="Figura a mano libera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  <p:sp>
        <p:nvSpPr>
          <p:cNvPr id="712086321" name="Segnaposto testo 2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>
              <a:defRPr/>
            </a:pPr>
            <a:r>
              <a:rPr lang="it-IT"/>
              <a:t>Fare clic per inserire il testo</a:t>
            </a:r>
            <a:endParaRPr/>
          </a:p>
        </p:txBody>
      </p:sp>
      <p:cxnSp>
        <p:nvCxnSpPr>
          <p:cNvPr id="1673086544" name="Connettore diritto 3"/>
          <p:cNvCxnSpPr/>
          <p:nvPr userDrawn="1"/>
        </p:nvCxnSpPr>
        <p:spPr bwMode="auto"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104821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>
              <a:defRPr/>
            </a:pPr>
            <a:r>
              <a:rPr lang="it-IT"/>
              <a:t>Fare clic per modificare lo stile del titolo</a:t>
            </a:r>
            <a:endParaRPr/>
          </a:p>
          <a:p>
            <a:pPr lvl="1" rtl="0">
              <a:defRPr/>
            </a:pPr>
            <a:r>
              <a:rPr lang="it-IT"/>
              <a:t>Secondo livello</a:t>
            </a:r>
            <a:endParaRPr/>
          </a:p>
          <a:p>
            <a:pPr lvl="2" rtl="0">
              <a:defRPr/>
            </a:pPr>
            <a:r>
              <a:rPr lang="it-IT"/>
              <a:t>Terzo livello</a:t>
            </a:r>
            <a:endParaRPr/>
          </a:p>
          <a:p>
            <a:pPr lvl="3" rtl="0">
              <a:defRPr/>
            </a:pPr>
            <a:r>
              <a:rPr lang="it-IT"/>
              <a:t>Quarto livello</a:t>
            </a:r>
            <a:endParaRPr/>
          </a:p>
          <a:p>
            <a:pPr lvl="4" rtl="0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910786802" name="Segnaposto titolo 11"/>
          <p:cNvSpPr>
            <a:spLocks noGrp="1"/>
          </p:cNvSpPr>
          <p:nvPr>
            <p:ph type="title"/>
          </p:nvPr>
        </p:nvSpPr>
        <p:spPr bwMode="auto"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Fare clic per modificare lo stile del titolo</a:t>
            </a:r>
            <a:endParaRPr/>
          </a:p>
        </p:txBody>
      </p:sp>
      <p:sp>
        <p:nvSpPr>
          <p:cNvPr id="1155552117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endParaRPr lang="it-IT">
              <a:latin typeface="+mn-lt"/>
            </a:endParaRPr>
          </a:p>
        </p:txBody>
      </p:sp>
      <p:sp>
        <p:nvSpPr>
          <p:cNvPr id="2026360748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>
              <a:defRPr/>
            </a:pPr>
            <a:fld id="{294A09A9-5501-47C1-A89A-A340965A2BE2}" type="slidenum">
              <a:rPr lang="it-IT"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lvl1pPr algn="l" defTabSz="914400" rtl="0">
        <a:lnSpc>
          <a:spcPct val="80000"/>
        </a:lnSpc>
        <a:spcBef>
          <a:spcPts val="0"/>
        </a:spcBef>
        <a:buNone/>
        <a:defRPr lang="it-IT" sz="4400" b="1" i="0" spc="100">
          <a:solidFill>
            <a:schemeClr val="bg1"/>
          </a:solidFill>
          <a:latin typeface="+mj-lt"/>
          <a:ea typeface="+mj-ea"/>
          <a:cs typeface="+mj-cs"/>
        </a:defRPr>
      </a:lvl1pPr>
      <a:lvl2pPr>
        <a:defRPr lang="it-IT">
          <a:solidFill>
            <a:schemeClr val="tx2"/>
          </a:solidFill>
        </a:defRPr>
      </a:lvl2pPr>
      <a:lvl3pPr>
        <a:defRPr lang="it-IT">
          <a:solidFill>
            <a:schemeClr val="tx2"/>
          </a:solidFill>
        </a:defRPr>
      </a:lvl3pPr>
      <a:lvl4pPr>
        <a:defRPr lang="it-IT">
          <a:solidFill>
            <a:schemeClr val="tx2"/>
          </a:solidFill>
        </a:defRPr>
      </a:lvl4pPr>
      <a:lvl5pPr>
        <a:defRPr lang="it-IT">
          <a:solidFill>
            <a:schemeClr val="tx2"/>
          </a:solidFill>
        </a:defRPr>
      </a:lvl5pPr>
      <a:lvl6pPr>
        <a:defRPr lang="it-IT">
          <a:solidFill>
            <a:schemeClr val="tx2"/>
          </a:solidFill>
        </a:defRPr>
      </a:lvl6pPr>
      <a:lvl7pPr>
        <a:defRPr lang="it-IT">
          <a:solidFill>
            <a:schemeClr val="tx2"/>
          </a:solidFill>
        </a:defRPr>
      </a:lvl7pPr>
      <a:lvl8pPr>
        <a:defRPr lang="it-IT">
          <a:solidFill>
            <a:schemeClr val="tx2"/>
          </a:solidFill>
        </a:defRPr>
      </a:lvl8pPr>
      <a:lvl9pPr>
        <a:defRPr lang="it-IT">
          <a:solidFill>
            <a:schemeClr val="tx2"/>
          </a:solidFill>
        </a:defRPr>
      </a:lvl9pPr>
    </p:titleStyle>
    <p:bodyStyle>
      <a:lvl1pPr marL="228600" indent="-283464" algn="l" defTabSz="914400" rtl="0">
        <a:lnSpc>
          <a:spcPct val="90000"/>
        </a:lnSpc>
        <a:spcBef>
          <a:spcPts val="1000"/>
        </a:spcBef>
        <a:buFont typeface="Arial"/>
        <a:buChar char="•"/>
        <a:defRPr lang="it-IT" sz="2800" b="0" i="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2400" b="0" i="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2000" b="0" i="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 b="0" i="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 b="0" i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lang="it-IT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lang="it-IT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412618" name="Titolo 1"/>
          <p:cNvSpPr>
            <a:spLocks noGrp="1"/>
          </p:cNvSpPr>
          <p:nvPr>
            <p:ph type="ctrTitle"/>
          </p:nvPr>
        </p:nvSpPr>
        <p:spPr bwMode="auto"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Privacy Shield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289072" name="Titolo 1"/>
          <p:cNvSpPr>
            <a:spLocks noGrp="1"/>
          </p:cNvSpPr>
          <p:nvPr>
            <p:ph type="title"/>
          </p:nvPr>
        </p:nvSpPr>
        <p:spPr bwMode="auto">
          <a:xfrm>
            <a:off x="594360" y="189572"/>
            <a:ext cx="6787746" cy="1593507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Team </a:t>
            </a:r>
            <a:r>
              <a:rPr lang="it-IT"/>
              <a:t>members</a:t>
            </a:r>
            <a:endParaRPr lang="it-IT"/>
          </a:p>
        </p:txBody>
      </p:sp>
      <p:sp>
        <p:nvSpPr>
          <p:cNvPr id="1311206724" name="Segnaposto testo 2"/>
          <p:cNvSpPr>
            <a:spLocks noGrp="1"/>
          </p:cNvSpPr>
          <p:nvPr>
            <p:ph sz="quarter" idx="13"/>
          </p:nvPr>
        </p:nvSpPr>
        <p:spPr bwMode="auto"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Gabriele Turchetti</a:t>
            </a:r>
            <a:endParaRPr/>
          </a:p>
          <a:p>
            <a:pPr rtl="0">
              <a:defRPr/>
            </a:pPr>
            <a:r>
              <a:rPr lang="it-IT"/>
              <a:t>Donaldo Buzi</a:t>
            </a:r>
            <a:endParaRPr/>
          </a:p>
          <a:p>
            <a:pPr rtl="0">
              <a:defRPr/>
            </a:pPr>
            <a:r>
              <a:rPr lang="it-IT"/>
              <a:t>Haron</a:t>
            </a:r>
            <a:r>
              <a:rPr lang="it-IT"/>
              <a:t> </a:t>
            </a:r>
            <a:r>
              <a:rPr lang="it-IT"/>
              <a:t>Obaid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467160" name="Titolo 1"/>
          <p:cNvSpPr>
            <a:spLocks noGrp="1"/>
          </p:cNvSpPr>
          <p:nvPr>
            <p:ph type="title" hasCustomPrompt="1"/>
          </p:nvPr>
        </p:nvSpPr>
        <p:spPr bwMode="auto">
          <a:xfrm>
            <a:off x="594360" y="189571"/>
            <a:ext cx="6787746" cy="1593506"/>
          </a:xfrm>
          <a:prstGeom prst="rect">
            <a:avLst/>
          </a:prstGeom>
        </p:spPr>
        <p:txBody>
          <a:bodyPr/>
          <a:lstStyle>
            <a:lvl1pPr>
              <a:defRPr lang="it-IT" sz="4400" b="1" i="0" spc="49">
                <a:latin typeface="+mj-lt"/>
              </a:defRPr>
            </a:lvl1pPr>
          </a:lstStyle>
          <a:p>
            <a:pPr>
              <a:defRPr/>
            </a:pPr>
            <a:r>
              <a:rPr lang="sv-SE"/>
              <a:t>Problem</a:t>
            </a:r>
            <a:endParaRPr/>
          </a:p>
        </p:txBody>
      </p:sp>
      <p:sp>
        <p:nvSpPr>
          <p:cNvPr id="1136118252" name="Segnaposto contenuto 5"/>
          <p:cNvSpPr>
            <a:spLocks noGrp="1"/>
          </p:cNvSpPr>
          <p:nvPr>
            <p:ph sz="quarter" idx="13" hasCustomPrompt="1"/>
          </p:nvPr>
        </p:nvSpPr>
        <p:spPr bwMode="auto">
          <a:xfrm>
            <a:off x="594358" y="2281917"/>
            <a:ext cx="6787746" cy="3708516"/>
          </a:xfrm>
        </p:spPr>
        <p:txBody>
          <a:bodyPr/>
          <a:lstStyle>
            <a:lvl1pPr marL="283464" indent="-283464">
              <a:lnSpc>
                <a:spcPct val="80000"/>
              </a:lnSpc>
              <a:spcBef>
                <a:spcPts val="2199"/>
              </a:spcBef>
              <a:buFont typeface="Arial"/>
              <a:buChar char="•"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599"/>
              </a:spcBef>
              <a:defRPr lang="it-IT" sz="2000"/>
            </a:lvl2pPr>
            <a:lvl3pPr indent="-283464">
              <a:spcBef>
                <a:spcPts val="1799"/>
              </a:spcBef>
              <a:defRPr lang="it-IT" sz="2000"/>
            </a:lvl3pPr>
            <a:lvl4pPr indent="-283464">
              <a:spcBef>
                <a:spcPts val="1799"/>
              </a:spcBef>
              <a:defRPr lang="it-IT" sz="2000"/>
            </a:lvl4pPr>
            <a:lvl5pPr indent="-283464">
              <a:spcBef>
                <a:spcPts val="1799"/>
              </a:spcBef>
              <a:defRPr lang="it-IT" sz="2000"/>
            </a:lvl5pPr>
          </a:lstStyle>
          <a:p>
            <a:pPr marL="0" indent="0">
              <a:buFont typeface="Arial"/>
              <a:buNone/>
              <a:defRPr/>
            </a:pPr>
            <a:r>
              <a:rPr lang="sv-SE"/>
              <a:t>In the Office</a:t>
            </a:r>
            <a:endParaRPr lang="sv-SE"/>
          </a:p>
          <a:p>
            <a:pPr lvl="1">
              <a:defRPr/>
            </a:pPr>
            <a:r>
              <a:rPr lang="sv-SE"/>
              <a:t>Meeting without privacy</a:t>
            </a:r>
            <a:endParaRPr lang="sv-SE"/>
          </a:p>
          <a:p>
            <a:pPr lvl="1">
              <a:defRPr/>
            </a:pPr>
            <a:r>
              <a:rPr lang="sv-SE"/>
              <a:t>Disturbing other people who work</a:t>
            </a:r>
            <a:endParaRPr lang="sv-SE"/>
          </a:p>
          <a:p>
            <a:pPr lvl="1">
              <a:defRPr/>
            </a:pPr>
            <a:r>
              <a:rPr lang="sv-SE"/>
              <a:t>Tools Noise</a:t>
            </a:r>
            <a:endParaRPr lang="sv-SE"/>
          </a:p>
          <a:p>
            <a:pPr lvl="1">
              <a:defRPr/>
            </a:pPr>
            <a:r>
              <a:rPr lang="sv-SE"/>
              <a:t>Noise from calls</a:t>
            </a:r>
            <a:endParaRPr lang="sv-SE"/>
          </a:p>
          <a:p>
            <a:pPr lvl="1">
              <a:defRPr/>
            </a:pPr>
            <a:endParaRPr lang="sv-SE"/>
          </a:p>
          <a:p>
            <a:pPr lvl="1">
              <a:defRPr/>
            </a:pP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514418" name="Titolo 2"/>
          <p:cNvSpPr>
            <a:spLocks noGrp="1"/>
          </p:cNvSpPr>
          <p:nvPr>
            <p:ph type="title"/>
          </p:nvPr>
        </p:nvSpPr>
        <p:spPr bwMode="auto">
          <a:xfrm>
            <a:off x="594360" y="1028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Idea</a:t>
            </a:r>
            <a:endParaRPr/>
          </a:p>
        </p:txBody>
      </p:sp>
      <p:sp>
        <p:nvSpPr>
          <p:cNvPr id="279863462" name="Segnaposto testo 6"/>
          <p:cNvSpPr>
            <a:spLocks noGrp="1"/>
          </p:cNvSpPr>
          <p:nvPr>
            <p:ph sz="quarter" idx="13"/>
          </p:nvPr>
        </p:nvSpPr>
        <p:spPr bwMode="auto">
          <a:xfrm>
            <a:off x="3657600" y="2281238"/>
            <a:ext cx="7810500" cy="3700461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>
              <a:defRPr/>
            </a:pPr>
            <a:r>
              <a:rPr lang="en-US"/>
              <a:t>The project consists of a device that can be attached to doors </a:t>
            </a:r>
            <a:r>
              <a:rPr lang="en-US" b="1"/>
              <a:t>or</a:t>
            </a:r>
            <a:r>
              <a:rPr lang="en-US"/>
              <a:t> windows to mask the noise coming from a room.</a:t>
            </a:r>
            <a:endParaRPr/>
          </a:p>
          <a:p>
            <a:pPr>
              <a:defRPr/>
            </a:pPr>
            <a:r>
              <a:rPr lang="en-US"/>
              <a:t>The main goal is to mask a type of noise inside the room to prevent people outside from overhearing them.</a:t>
            </a:r>
            <a:endParaRPr/>
          </a:p>
          <a:p>
            <a:pPr>
              <a:defRPr/>
            </a:pPr>
            <a:r>
              <a:rPr lang="en-US"/>
              <a:t>This goal is accomplished by one or more devices that capture sound detect if there is a conversation or other type of noise, and mask it with the most appropriate sound emitted by a transducer attached to the door or window.</a:t>
            </a:r>
            <a:endParaRPr lang="it-IT"/>
          </a:p>
        </p:txBody>
      </p:sp>
      <p:grpSp>
        <p:nvGrpSpPr>
          <p:cNvPr id="1157625632" name="Gruppo 18"/>
          <p:cNvGrpSpPr/>
          <p:nvPr/>
        </p:nvGrpSpPr>
        <p:grpSpPr bwMode="auto">
          <a:xfrm rot="16199999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 fill="norm" stroke="1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21" name="Figura a mano libera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 fill="norm" stroke="1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  <p:sp>
          <p:nvSpPr>
            <p:cNvPr id="22" name="Figura a mano libera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 fill="norm" stroke="1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>
                <a:defRPr/>
              </a:pPr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586781" name="Titolo 1"/>
          <p:cNvSpPr>
            <a:spLocks noGrp="1"/>
          </p:cNvSpPr>
          <p:nvPr>
            <p:ph type="title"/>
          </p:nvPr>
        </p:nvSpPr>
        <p:spPr bwMode="auto"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Edge</a:t>
            </a:r>
            <a:endParaRPr/>
          </a:p>
        </p:txBody>
      </p:sp>
      <p:sp>
        <p:nvSpPr>
          <p:cNvPr id="1407064694" name="Segnaposto contenuto 2"/>
          <p:cNvSpPr>
            <a:spLocks noGrp="1"/>
          </p:cNvSpPr>
          <p:nvPr>
            <p:ph sz="quarter" idx="15"/>
          </p:nvPr>
        </p:nvSpPr>
        <p:spPr bwMode="auto">
          <a:xfrm>
            <a:off x="594360" y="2676525"/>
            <a:ext cx="9778365" cy="3597470"/>
          </a:xfrm>
        </p:spPr>
        <p:txBody>
          <a:bodyPr rtlCol="0"/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In a multi-device network, a Leader is elected based on which node detects the highest noise intensity.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The Leader identifies the sound type, if it matches a specific target profile, it coordinates the Followers to emit a synchronized anti-noise signal to mask the disturbance.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Information about all devices is sent to the cloud to generate statistics and monitor the state of the network, such as battery levels, device reachability, and more.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924233" name="Titolo 1"/>
          <p:cNvSpPr>
            <a:spLocks noGrp="1"/>
          </p:cNvSpPr>
          <p:nvPr>
            <p:ph type="title"/>
          </p:nvPr>
        </p:nvSpPr>
        <p:spPr bwMode="auto"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IoT</a:t>
            </a:r>
            <a:endParaRPr/>
          </a:p>
        </p:txBody>
      </p:sp>
      <p:sp>
        <p:nvSpPr>
          <p:cNvPr id="432766288" name="Segnaposto contenuto 2"/>
          <p:cNvSpPr>
            <a:spLocks noGrp="1"/>
          </p:cNvSpPr>
          <p:nvPr>
            <p:ph sz="quarter" idx="15"/>
          </p:nvPr>
        </p:nvSpPr>
        <p:spPr bwMode="auto">
          <a:xfrm>
            <a:off x="594360" y="2676525"/>
            <a:ext cx="9778365" cy="3597470"/>
          </a:xfrm>
        </p:spPr>
        <p:txBody>
          <a:bodyPr rtlCol="0"/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Configuration will be performed via a web application that a user can access when within the network's range.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The network status can be viewed either via the internal network or via the cloud if the user is remote.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The settings include which devices should be turned on or off, the intensity of the masking noise, the preferred noise type to emit, and so forth.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512528" name="Titolo 1"/>
          <p:cNvSpPr>
            <a:spLocks noGrp="1"/>
          </p:cNvSpPr>
          <p:nvPr>
            <p:ph type="title"/>
          </p:nvPr>
        </p:nvSpPr>
        <p:spPr bwMode="auto"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>
              <a:defRPr/>
            </a:pPr>
            <a:r>
              <a:rPr lang="en-US"/>
              <a:t>Sprint 1: Core Implementation &amp; Static Topology</a:t>
            </a:r>
            <a:endParaRPr/>
          </a:p>
        </p:txBody>
      </p:sp>
      <p:sp>
        <p:nvSpPr>
          <p:cNvPr id="762262924" name="Segnaposto contenuto 2"/>
          <p:cNvSpPr>
            <a:spLocks noGrp="1"/>
          </p:cNvSpPr>
          <p:nvPr>
            <p:ph sz="quarter" idx="15"/>
          </p:nvPr>
        </p:nvSpPr>
        <p:spPr bwMode="auto">
          <a:xfrm>
            <a:off x="594360" y="2676525"/>
            <a:ext cx="9778365" cy="3597470"/>
          </a:xfrm>
        </p:spPr>
        <p:txBody>
          <a:bodyPr rtlCol="0">
            <a:normAutofit lnSpcReduction="10000"/>
          </a:bodyPr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Establish a static Master/Slave network topology.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Implement Voice Activity Detection (VAD) on the Master node.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Enable basic Master-to-Slave command routing.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Implement the Adaptive Masking Algorithm: The system plays a targeted masking sound, scaling the output volume proportionally to the perceived input noise.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Implement Acoustic Echo Cancellation (AEC) on all devices. This computationally subtracts the device's own emitted audio from the microphone's input stream to prevent infinite positive feedback loops.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Implement client acknowledgment (ACK) mechanisms.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780549" name="Titolo 1"/>
          <p:cNvSpPr>
            <a:spLocks noGrp="1"/>
          </p:cNvSpPr>
          <p:nvPr>
            <p:ph type="title"/>
          </p:nvPr>
        </p:nvSpPr>
        <p:spPr bwMode="auto"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>
              <a:defRPr/>
            </a:pPr>
            <a:r>
              <a:rPr lang="en-US"/>
              <a:t>Sprint 2: Cloud Integration &amp; Dynamic Networking</a:t>
            </a:r>
            <a:endParaRPr/>
          </a:p>
        </p:txBody>
      </p:sp>
      <p:sp>
        <p:nvSpPr>
          <p:cNvPr id="2115549885" name="Segnaposto contenuto 2"/>
          <p:cNvSpPr>
            <a:spLocks noGrp="1"/>
          </p:cNvSpPr>
          <p:nvPr>
            <p:ph sz="quarter" idx="15"/>
          </p:nvPr>
        </p:nvSpPr>
        <p:spPr bwMode="auto">
          <a:xfrm>
            <a:off x="594360" y="2676525"/>
            <a:ext cx="9778365" cy="359747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it-IT"/>
              <a:t>Integrate Cloud/MQTT </a:t>
            </a:r>
            <a:r>
              <a:rPr lang="it-IT"/>
              <a:t>functionalities</a:t>
            </a:r>
            <a:r>
              <a:rPr lang="it-IT"/>
              <a:t>: Devices report </a:t>
            </a:r>
            <a:r>
              <a:rPr lang="it-IT"/>
              <a:t>telemetry</a:t>
            </a:r>
            <a:r>
              <a:rPr lang="it-IT"/>
              <a:t> data (</a:t>
            </a:r>
            <a:r>
              <a:rPr lang="it-IT"/>
              <a:t>battery</a:t>
            </a:r>
            <a:r>
              <a:rPr lang="it-IT"/>
              <a:t> life, connection </a:t>
            </a:r>
            <a:r>
              <a:rPr lang="it-IT"/>
              <a:t>strength</a:t>
            </a:r>
            <a:r>
              <a:rPr lang="it-IT"/>
              <a:t>, </a:t>
            </a:r>
            <a:r>
              <a:rPr lang="it-IT"/>
              <a:t>uptime</a:t>
            </a:r>
            <a:r>
              <a:rPr lang="it-IT"/>
              <a:t>, etc.).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it-IT"/>
              <a:t>The Master </a:t>
            </a:r>
            <a:r>
              <a:rPr lang="it-IT"/>
              <a:t>node</a:t>
            </a:r>
            <a:r>
              <a:rPr lang="it-IT"/>
              <a:t> handles </a:t>
            </a:r>
            <a:r>
              <a:rPr lang="it-IT"/>
              <a:t>all</a:t>
            </a:r>
            <a:r>
              <a:rPr lang="it-IT"/>
              <a:t> </a:t>
            </a:r>
            <a:r>
              <a:rPr lang="it-IT"/>
              <a:t>outbound</a:t>
            </a:r>
            <a:r>
              <a:rPr lang="it-IT"/>
              <a:t> cloud </a:t>
            </a:r>
            <a:r>
              <a:rPr lang="it-IT"/>
              <a:t>communication</a:t>
            </a:r>
            <a:r>
              <a:rPr lang="it-IT"/>
              <a:t>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it-IT"/>
              <a:t>Cloud </a:t>
            </a:r>
            <a:r>
              <a:rPr lang="it-IT"/>
              <a:t>Telemetry</a:t>
            </a:r>
            <a:r>
              <a:rPr lang="it-IT"/>
              <a:t>: Devices </a:t>
            </a:r>
            <a:r>
              <a:rPr lang="it-IT"/>
              <a:t>send</a:t>
            </a:r>
            <a:r>
              <a:rPr lang="it-IT"/>
              <a:t> </a:t>
            </a:r>
            <a:r>
              <a:rPr lang="it-IT"/>
              <a:t>specific</a:t>
            </a:r>
            <a:r>
              <a:rPr lang="it-IT"/>
              <a:t> </a:t>
            </a:r>
            <a:r>
              <a:rPr lang="it-IT"/>
              <a:t>operational</a:t>
            </a:r>
            <a:r>
              <a:rPr lang="it-IT"/>
              <a:t> data to the cloud for </a:t>
            </a:r>
            <a:r>
              <a:rPr lang="it-IT"/>
              <a:t>historical</a:t>
            </a:r>
            <a:r>
              <a:rPr lang="it-IT"/>
              <a:t> tracking, </a:t>
            </a:r>
            <a:r>
              <a:rPr lang="it-IT"/>
              <a:t>including</a:t>
            </a:r>
            <a:r>
              <a:rPr lang="it-IT"/>
              <a:t> precise </a:t>
            </a:r>
            <a:r>
              <a:rPr lang="it-IT"/>
              <a:t>timestamps</a:t>
            </a:r>
            <a:r>
              <a:rPr lang="it-IT"/>
              <a:t> and the </a:t>
            </a:r>
            <a:r>
              <a:rPr lang="it-IT"/>
              <a:t>current</a:t>
            </a:r>
            <a:r>
              <a:rPr lang="it-IT"/>
              <a:t> speech/</a:t>
            </a:r>
            <a:r>
              <a:rPr lang="it-IT"/>
              <a:t>noise</a:t>
            </a:r>
            <a:r>
              <a:rPr lang="it-IT"/>
              <a:t> </a:t>
            </a:r>
            <a:r>
              <a:rPr lang="it-IT"/>
              <a:t>activation</a:t>
            </a:r>
            <a:r>
              <a:rPr lang="it-IT"/>
              <a:t> </a:t>
            </a:r>
            <a:r>
              <a:rPr lang="it-IT"/>
              <a:t>states</a:t>
            </a:r>
            <a:r>
              <a:rPr lang="it-IT"/>
              <a:t>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it-IT"/>
              <a:t>Implement</a:t>
            </a:r>
            <a:r>
              <a:rPr lang="it-IT"/>
              <a:t> a Dynamic Master/Slave </a:t>
            </a:r>
            <a:r>
              <a:rPr lang="it-IT"/>
              <a:t>election</a:t>
            </a:r>
            <a:r>
              <a:rPr lang="it-IT"/>
              <a:t> </a:t>
            </a:r>
            <a:r>
              <a:rPr lang="it-IT"/>
              <a:t>algorithm</a:t>
            </a:r>
            <a:r>
              <a:rPr lang="it-IT"/>
              <a:t> (</a:t>
            </a:r>
            <a:r>
              <a:rPr lang="it-IT"/>
              <a:t>detailed</a:t>
            </a:r>
            <a:r>
              <a:rPr lang="it-IT"/>
              <a:t> </a:t>
            </a:r>
            <a:r>
              <a:rPr lang="it-IT"/>
              <a:t>below</a:t>
            </a:r>
            <a:r>
              <a:rPr lang="it-IT"/>
              <a:t>).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it-IT"/>
              <a:t>Develop</a:t>
            </a:r>
            <a:r>
              <a:rPr lang="it-IT"/>
              <a:t> a Web Application for remote control (e.g., muting </a:t>
            </a:r>
            <a:r>
              <a:rPr lang="it-IT"/>
              <a:t>individual</a:t>
            </a:r>
            <a:r>
              <a:rPr lang="it-IT"/>
              <a:t> followers) and </a:t>
            </a:r>
            <a:r>
              <a:rPr lang="it-IT"/>
              <a:t>statistical</a:t>
            </a:r>
            <a:r>
              <a:rPr lang="it-IT"/>
              <a:t> monitoring.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709740" name="Titolo 1"/>
          <p:cNvSpPr>
            <a:spLocks noGrp="1"/>
          </p:cNvSpPr>
          <p:nvPr>
            <p:ph type="title"/>
          </p:nvPr>
        </p:nvSpPr>
        <p:spPr bwMode="auto"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>
              <a:defRPr/>
            </a:pPr>
            <a:r>
              <a:rPr lang="en-US"/>
              <a:t>Sprint 3: Advanced Audio &amp; Hardware Finalization</a:t>
            </a:r>
            <a:endParaRPr/>
          </a:p>
        </p:txBody>
      </p:sp>
      <p:sp>
        <p:nvSpPr>
          <p:cNvPr id="937511623" name="Segnaposto contenuto 2"/>
          <p:cNvSpPr>
            <a:spLocks noGrp="1"/>
          </p:cNvSpPr>
          <p:nvPr>
            <p:ph sz="quarter" idx="15"/>
          </p:nvPr>
        </p:nvSpPr>
        <p:spPr bwMode="auto">
          <a:xfrm>
            <a:off x="594360" y="2676525"/>
            <a:ext cx="9778365" cy="359747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Upgrade the Adaptive Masking Algorithm to dynamically select and play different types of masking sounds based on the specific acoustic environment.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Acoustic Profile Classification: Implement Machine Learning models to recognize the specific audio signatures of power tools and working machinery, allowing the system to deploy targeted masking sounds for those specific disturbances.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Design and 3D print custom enclosures for the hardware, ensuring proper physical acoustic isolation between the microphone and the transducer.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848627" name="Titolo 1"/>
          <p:cNvSpPr>
            <a:spLocks noGrp="1"/>
          </p:cNvSpPr>
          <p:nvPr>
            <p:ph type="title"/>
          </p:nvPr>
        </p:nvSpPr>
        <p:spPr bwMode="auto">
          <a:xfrm>
            <a:off x="575310" y="278129"/>
            <a:ext cx="5063490" cy="2354026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Hardware list</a:t>
            </a:r>
            <a:endParaRPr/>
          </a:p>
        </p:txBody>
      </p:sp>
      <p:sp>
        <p:nvSpPr>
          <p:cNvPr id="1440782028" name="Segnaposto contenuto 2"/>
          <p:cNvSpPr>
            <a:spLocks noGrp="1"/>
          </p:cNvSpPr>
          <p:nvPr>
            <p:ph sz="quarter" idx="16"/>
          </p:nvPr>
        </p:nvSpPr>
        <p:spPr bwMode="auto">
          <a:xfrm>
            <a:off x="6400800" y="3432175"/>
            <a:ext cx="5045075" cy="2994025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I2S Microphone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Dayton Audio DAEX25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MAX98357A Amplifier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22 AWG Speaker Wire</a:t>
            </a:r>
            <a:endParaRPr lang="it-IT"/>
          </a:p>
        </p:txBody>
      </p:sp>
      <p:sp>
        <p:nvSpPr>
          <p:cNvPr id="1277427987" name="Segnaposto contenuto 2"/>
          <p:cNvSpPr txBox="1"/>
          <p:nvPr/>
        </p:nvSpPr>
        <p:spPr bwMode="auto">
          <a:xfrm>
            <a:off x="746125" y="3432175"/>
            <a:ext cx="5045075" cy="2994025"/>
          </a:xfrm>
          <a:prstGeom prst="rect">
            <a:avLst/>
          </a:prstGeom>
        </p:spPr>
        <p:txBody>
          <a:bodyPr vert="horz" lIns="0" tIns="228600" rIns="0" bIns="0" rtlCol="0">
            <a:normAutofit/>
          </a:bodyPr>
          <a:lstStyle>
            <a:defPPr>
              <a:defRPr lang="it-IT"/>
            </a:defPPr>
            <a:lvl1pPr marL="0" indent="0" algn="l" defTabSz="914400" rtl="0">
              <a:lnSpc>
                <a:spcPct val="90000"/>
              </a:lnSpc>
              <a:spcBef>
                <a:spcPts val="1800"/>
              </a:spcBef>
              <a:buFont typeface="Arial"/>
              <a:buNone/>
              <a:defRPr lang="it-IT" sz="2000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>
              <a:lnSpc>
                <a:spcPct val="90000"/>
              </a:lnSpc>
              <a:spcBef>
                <a:spcPts val="1800"/>
              </a:spcBef>
              <a:buFont typeface="Arial"/>
              <a:buChar char="•"/>
              <a:defRPr lang="it-IT" sz="2000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>
              <a:lnSpc>
                <a:spcPct val="90000"/>
              </a:lnSpc>
              <a:spcBef>
                <a:spcPts val="1800"/>
              </a:spcBef>
              <a:buFont typeface="Arial"/>
              <a:buChar char="•"/>
              <a:defRPr lang="it-IT" sz="2000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>
              <a:lnSpc>
                <a:spcPct val="90000"/>
              </a:lnSpc>
              <a:spcBef>
                <a:spcPts val="1800"/>
              </a:spcBef>
              <a:buFont typeface="Arial"/>
              <a:buChar char="•"/>
              <a:defRPr lang="it-IT" sz="2000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>
              <a:lnSpc>
                <a:spcPct val="90000"/>
              </a:lnSpc>
              <a:spcBef>
                <a:spcPts val="1800"/>
              </a:spcBef>
              <a:buFont typeface="Arial"/>
              <a:buChar char="•"/>
              <a:defRPr lang="it-IT" sz="2000" b="0" i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it-IT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it-IT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it-IT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lang="it-IT"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  <a:defRPr/>
            </a:pPr>
            <a:r>
              <a:rPr lang="en-US"/>
              <a:t>ESP32-S3 Microcontroller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Breadboard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Connectors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/>
              <a:t>Battery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416913" name="Titolo 1"/>
          <p:cNvSpPr>
            <a:spLocks noGrp="1"/>
          </p:cNvSpPr>
          <p:nvPr>
            <p:ph type="ctrTitle"/>
          </p:nvPr>
        </p:nvSpPr>
        <p:spPr bwMode="auto">
          <a:xfrm>
            <a:off x="594360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defRPr/>
            </a:pPr>
            <a:r>
              <a:rPr lang="it-IT"/>
              <a:t>Thank </a:t>
            </a:r>
            <a:r>
              <a:rPr lang="it-IT"/>
              <a:t>you</a:t>
            </a:r>
            <a:r>
              <a:rPr lang="it-IT"/>
              <a:t> for </a:t>
            </a:r>
            <a:r>
              <a:rPr lang="it-IT"/>
              <a:t>your</a:t>
            </a:r>
            <a:r>
              <a:rPr lang="it-IT"/>
              <a:t> </a:t>
            </a:r>
            <a:r>
              <a:rPr lang="it-IT"/>
              <a:t>attention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C21FFAC0-05A2-416A-B06C-C248395482CF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4F4B194E-8B30-4377-8C59-ECFB902D2A26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92DB9E12-8AC3-4138-BF4D-720A5525AB10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{785435E1-9148-4841-B3A7-B067CB85BE0C}TFd3b75063-ff25-434d-b12c-efeaf07d16c334affd20_win32-5734969a4ae3</Template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Turchetti</dc:creator>
  <cp:lastModifiedBy/>
  <cp:revision>5</cp:revision>
  <dcterms:created xsi:type="dcterms:W3CDTF">2026-04-23T06:57:18Z</dcterms:created>
  <dcterms:modified xsi:type="dcterms:W3CDTF">2026-04-23T11:35:56Z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